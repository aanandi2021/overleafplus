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62" r:id="rId10"/>
    <p:sldId id="272" r:id="rId11"/>
    <p:sldId id="274" r:id="rId12"/>
    <p:sldId id="263" r:id="rId13"/>
    <p:sldId id="264" r:id="rId14"/>
    <p:sldId id="265" r:id="rId15"/>
    <p:sldId id="266" r:id="rId16"/>
    <p:sldId id="273" r:id="rId17"/>
    <p:sldId id="267" r:id="rId18"/>
    <p:sldId id="275" r:id="rId19"/>
    <p:sldId id="268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B118C6-24E7-408F-92C8-23CB6445E8E9}" v="16" dt="2026-05-27T15:25:25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5611" autoAdjust="0"/>
  </p:normalViewPr>
  <p:slideViewPr>
    <p:cSldViewPr snapToGrid="0" snapToObjects="1">
      <p:cViewPr varScale="1">
        <p:scale>
          <a:sx n="153" d="100"/>
          <a:sy n="153" d="100"/>
        </p:scale>
        <p:origin x="55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t Nandi" userId="882742f7-29c6-4433-a43b-8438a69dc874" providerId="ADAL" clId="{D7ACF700-8F4D-48FD-BCDE-A6AFDE20DE05}"/>
    <pc:docChg chg="undo custSel addSld delSld modSld sldOrd">
      <pc:chgData name="Amit Nandi" userId="882742f7-29c6-4433-a43b-8438a69dc874" providerId="ADAL" clId="{D7ACF700-8F4D-48FD-BCDE-A6AFDE20DE05}" dt="2026-05-27T15:37:13.445" v="1876" actId="20577"/>
      <pc:docMkLst>
        <pc:docMk/>
      </pc:docMkLst>
      <pc:sldChg chg="delSp modSp mod">
        <pc:chgData name="Amit Nandi" userId="882742f7-29c6-4433-a43b-8438a69dc874" providerId="ADAL" clId="{D7ACF700-8F4D-48FD-BCDE-A6AFDE20DE05}" dt="2026-05-27T14:13:20.583" v="492" actId="313"/>
        <pc:sldMkLst>
          <pc:docMk/>
          <pc:sldMk cId="0" sldId="256"/>
        </pc:sldMkLst>
        <pc:spChg chg="del">
          <ac:chgData name="Amit Nandi" userId="882742f7-29c6-4433-a43b-8438a69dc874" providerId="ADAL" clId="{D7ACF700-8F4D-48FD-BCDE-A6AFDE20DE05}" dt="2026-05-27T13:29:00.283" v="234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Amit Nandi" userId="882742f7-29c6-4433-a43b-8438a69dc874" providerId="ADAL" clId="{D7ACF700-8F4D-48FD-BCDE-A6AFDE20DE05}" dt="2026-05-27T14:12:49.759" v="476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Amit Nandi" userId="882742f7-29c6-4433-a43b-8438a69dc874" providerId="ADAL" clId="{D7ACF700-8F4D-48FD-BCDE-A6AFDE20DE05}" dt="2026-05-27T14:12:49.759" v="476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Amit Nandi" userId="882742f7-29c6-4433-a43b-8438a69dc874" providerId="ADAL" clId="{D7ACF700-8F4D-48FD-BCDE-A6AFDE20DE05}" dt="2026-05-27T14:12:49.759" v="476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Amit Nandi" userId="882742f7-29c6-4433-a43b-8438a69dc874" providerId="ADAL" clId="{D7ACF700-8F4D-48FD-BCDE-A6AFDE20DE05}" dt="2026-05-27T14:12:49.759" v="476" actId="1076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Amit Nandi" userId="882742f7-29c6-4433-a43b-8438a69dc874" providerId="ADAL" clId="{D7ACF700-8F4D-48FD-BCDE-A6AFDE20DE05}" dt="2026-05-27T14:13:03.345" v="483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mit Nandi" userId="882742f7-29c6-4433-a43b-8438a69dc874" providerId="ADAL" clId="{D7ACF700-8F4D-48FD-BCDE-A6AFDE20DE05}" dt="2026-05-27T13:20:58.825" v="0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mit Nandi" userId="882742f7-29c6-4433-a43b-8438a69dc874" providerId="ADAL" clId="{D7ACF700-8F4D-48FD-BCDE-A6AFDE20DE05}" dt="2026-05-27T14:13:20.583" v="492" actId="313"/>
          <ac:spMkLst>
            <pc:docMk/>
            <pc:sldMk cId="0" sldId="256"/>
            <ac:spMk id="12" creationId="{00000000-0000-0000-0000-000000000000}"/>
          </ac:spMkLst>
        </pc:spChg>
      </pc:sldChg>
      <pc:sldChg chg="addSp modSp mod">
        <pc:chgData name="Amit Nandi" userId="882742f7-29c6-4433-a43b-8438a69dc874" providerId="ADAL" clId="{D7ACF700-8F4D-48FD-BCDE-A6AFDE20DE05}" dt="2026-05-27T13:44:21.851" v="333" actId="22"/>
        <pc:sldMkLst>
          <pc:docMk/>
          <pc:sldMk cId="0" sldId="257"/>
        </pc:sldMkLst>
        <pc:spChg chg="mod">
          <ac:chgData name="Amit Nandi" userId="882742f7-29c6-4433-a43b-8438a69dc874" providerId="ADAL" clId="{D7ACF700-8F4D-48FD-BCDE-A6AFDE20DE05}" dt="2026-05-27T13:43:05.291" v="273" actId="20577"/>
          <ac:spMkLst>
            <pc:docMk/>
            <pc:sldMk cId="0" sldId="257"/>
            <ac:spMk id="4" creationId="{00000000-0000-0000-0000-000000000000}"/>
          </ac:spMkLst>
        </pc:spChg>
        <pc:spChg chg="add">
          <ac:chgData name="Amit Nandi" userId="882742f7-29c6-4433-a43b-8438a69dc874" providerId="ADAL" clId="{D7ACF700-8F4D-48FD-BCDE-A6AFDE20DE05}" dt="2026-05-27T13:44:21.851" v="333" actId="22"/>
          <ac:spMkLst>
            <pc:docMk/>
            <pc:sldMk cId="0" sldId="257"/>
            <ac:spMk id="37" creationId="{471EC77F-FE80-1D24-45B4-3B43755E5B3C}"/>
          </ac:spMkLst>
        </pc:spChg>
      </pc:sldChg>
      <pc:sldChg chg="addSp modSp mod">
        <pc:chgData name="Amit Nandi" userId="882742f7-29c6-4433-a43b-8438a69dc874" providerId="ADAL" clId="{D7ACF700-8F4D-48FD-BCDE-A6AFDE20DE05}" dt="2026-05-27T13:44:24.236" v="334" actId="22"/>
        <pc:sldMkLst>
          <pc:docMk/>
          <pc:sldMk cId="0" sldId="258"/>
        </pc:sldMkLst>
        <pc:spChg chg="mod">
          <ac:chgData name="Amit Nandi" userId="882742f7-29c6-4433-a43b-8438a69dc874" providerId="ADAL" clId="{D7ACF700-8F4D-48FD-BCDE-A6AFDE20DE05}" dt="2026-05-27T13:43:13.592" v="287" actId="20577"/>
          <ac:spMkLst>
            <pc:docMk/>
            <pc:sldMk cId="0" sldId="258"/>
            <ac:spMk id="4" creationId="{00000000-0000-0000-0000-000000000000}"/>
          </ac:spMkLst>
        </pc:spChg>
        <pc:spChg chg="add">
          <ac:chgData name="Amit Nandi" userId="882742f7-29c6-4433-a43b-8438a69dc874" providerId="ADAL" clId="{D7ACF700-8F4D-48FD-BCDE-A6AFDE20DE05}" dt="2026-05-27T13:44:24.236" v="334" actId="22"/>
          <ac:spMkLst>
            <pc:docMk/>
            <pc:sldMk cId="0" sldId="258"/>
            <ac:spMk id="22" creationId="{6B8CDFBA-9346-F8AC-6C91-558793C134BD}"/>
          </ac:spMkLst>
        </pc:spChg>
      </pc:sldChg>
      <pc:sldChg chg="modSp mod">
        <pc:chgData name="Amit Nandi" userId="882742f7-29c6-4433-a43b-8438a69dc874" providerId="ADAL" clId="{D7ACF700-8F4D-48FD-BCDE-A6AFDE20DE05}" dt="2026-05-27T13:43:44.106" v="318" actId="20577"/>
        <pc:sldMkLst>
          <pc:docMk/>
          <pc:sldMk cId="0" sldId="259"/>
        </pc:sldMkLst>
        <pc:spChg chg="mod">
          <ac:chgData name="Amit Nandi" userId="882742f7-29c6-4433-a43b-8438a69dc874" providerId="ADAL" clId="{D7ACF700-8F4D-48FD-BCDE-A6AFDE20DE05}" dt="2026-05-27T13:43:44.106" v="318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Amit Nandi" userId="882742f7-29c6-4433-a43b-8438a69dc874" providerId="ADAL" clId="{D7ACF700-8F4D-48FD-BCDE-A6AFDE20DE05}" dt="2026-05-27T13:43:51.893" v="328" actId="20577"/>
        <pc:sldMkLst>
          <pc:docMk/>
          <pc:sldMk cId="0" sldId="260"/>
        </pc:sldMkLst>
        <pc:spChg chg="mod">
          <ac:chgData name="Amit Nandi" userId="882742f7-29c6-4433-a43b-8438a69dc874" providerId="ADAL" clId="{D7ACF700-8F4D-48FD-BCDE-A6AFDE20DE05}" dt="2026-05-27T13:43:51.893" v="328" actId="20577"/>
          <ac:spMkLst>
            <pc:docMk/>
            <pc:sldMk cId="0" sldId="260"/>
            <ac:spMk id="4" creationId="{00000000-0000-0000-0000-000000000000}"/>
          </ac:spMkLst>
        </pc:spChg>
      </pc:sldChg>
      <pc:sldChg chg="addSp modSp mod">
        <pc:chgData name="Amit Nandi" userId="882742f7-29c6-4433-a43b-8438a69dc874" providerId="ADAL" clId="{D7ACF700-8F4D-48FD-BCDE-A6AFDE20DE05}" dt="2026-05-27T13:44:17.325" v="332" actId="14100"/>
        <pc:sldMkLst>
          <pc:docMk/>
          <pc:sldMk cId="0" sldId="261"/>
        </pc:sldMkLst>
        <pc:spChg chg="mod">
          <ac:chgData name="Amit Nandi" userId="882742f7-29c6-4433-a43b-8438a69dc874" providerId="ADAL" clId="{D7ACF700-8F4D-48FD-BCDE-A6AFDE20DE05}" dt="2026-05-27T13:42:49.381" v="267" actId="20577"/>
          <ac:spMkLst>
            <pc:docMk/>
            <pc:sldMk cId="0" sldId="261"/>
            <ac:spMk id="5" creationId="{00000000-0000-0000-0000-000000000000}"/>
          </ac:spMkLst>
        </pc:spChg>
        <pc:spChg chg="add mod">
          <ac:chgData name="Amit Nandi" userId="882742f7-29c6-4433-a43b-8438a69dc874" providerId="ADAL" clId="{D7ACF700-8F4D-48FD-BCDE-A6AFDE20DE05}" dt="2026-05-27T13:44:17.325" v="332" actId="14100"/>
          <ac:spMkLst>
            <pc:docMk/>
            <pc:sldMk cId="0" sldId="261"/>
            <ac:spMk id="20" creationId="{3376FA06-0C06-9EAB-DC50-61343BD37535}"/>
          </ac:spMkLst>
        </pc:spChg>
      </pc:sldChg>
      <pc:sldChg chg="addSp delSp modSp mod ord">
        <pc:chgData name="Amit Nandi" userId="882742f7-29c6-4433-a43b-8438a69dc874" providerId="ADAL" clId="{D7ACF700-8F4D-48FD-BCDE-A6AFDE20DE05}" dt="2026-05-27T14:10:19.029" v="458" actId="21"/>
        <pc:sldMkLst>
          <pc:docMk/>
          <pc:sldMk cId="0" sldId="262"/>
        </pc:sldMkLst>
        <pc:spChg chg="mod">
          <ac:chgData name="Amit Nandi" userId="882742f7-29c6-4433-a43b-8438a69dc874" providerId="ADAL" clId="{D7ACF700-8F4D-48FD-BCDE-A6AFDE20DE05}" dt="2026-05-27T13:23:41.431" v="136" actId="20577"/>
          <ac:spMkLst>
            <pc:docMk/>
            <pc:sldMk cId="0" sldId="262"/>
            <ac:spMk id="4" creationId="{00000000-0000-0000-0000-000000000000}"/>
          </ac:spMkLst>
        </pc:spChg>
        <pc:spChg chg="add del">
          <ac:chgData name="Amit Nandi" userId="882742f7-29c6-4433-a43b-8438a69dc874" providerId="ADAL" clId="{D7ACF700-8F4D-48FD-BCDE-A6AFDE20DE05}" dt="2026-05-27T14:10:19.029" v="458" actId="21"/>
          <ac:spMkLst>
            <pc:docMk/>
            <pc:sldMk cId="0" sldId="262"/>
            <ac:spMk id="32" creationId="{00000000-0000-0000-0000-000000000000}"/>
          </ac:spMkLst>
        </pc:spChg>
        <pc:spChg chg="add del">
          <ac:chgData name="Amit Nandi" userId="882742f7-29c6-4433-a43b-8438a69dc874" providerId="ADAL" clId="{D7ACF700-8F4D-48FD-BCDE-A6AFDE20DE05}" dt="2026-05-27T14:10:19.029" v="458" actId="21"/>
          <ac:spMkLst>
            <pc:docMk/>
            <pc:sldMk cId="0" sldId="262"/>
            <ac:spMk id="33" creationId="{00000000-0000-0000-0000-000000000000}"/>
          </ac:spMkLst>
        </pc:spChg>
        <pc:spChg chg="add del">
          <ac:chgData name="Amit Nandi" userId="882742f7-29c6-4433-a43b-8438a69dc874" providerId="ADAL" clId="{D7ACF700-8F4D-48FD-BCDE-A6AFDE20DE05}" dt="2026-05-27T14:10:19.029" v="458" actId="21"/>
          <ac:spMkLst>
            <pc:docMk/>
            <pc:sldMk cId="0" sldId="262"/>
            <ac:spMk id="34" creationId="{00000000-0000-0000-0000-000000000000}"/>
          </ac:spMkLst>
        </pc:spChg>
        <pc:spChg chg="add del">
          <ac:chgData name="Amit Nandi" userId="882742f7-29c6-4433-a43b-8438a69dc874" providerId="ADAL" clId="{D7ACF700-8F4D-48FD-BCDE-A6AFDE20DE05}" dt="2026-05-27T14:10:19.029" v="458" actId="21"/>
          <ac:spMkLst>
            <pc:docMk/>
            <pc:sldMk cId="0" sldId="262"/>
            <ac:spMk id="35" creationId="{00000000-0000-0000-0000-000000000000}"/>
          </ac:spMkLst>
        </pc:spChg>
        <pc:spChg chg="add del">
          <ac:chgData name="Amit Nandi" userId="882742f7-29c6-4433-a43b-8438a69dc874" providerId="ADAL" clId="{D7ACF700-8F4D-48FD-BCDE-A6AFDE20DE05}" dt="2026-05-27T14:10:19.029" v="458" actId="21"/>
          <ac:spMkLst>
            <pc:docMk/>
            <pc:sldMk cId="0" sldId="262"/>
            <ac:spMk id="36" creationId="{00000000-0000-0000-0000-000000000000}"/>
          </ac:spMkLst>
        </pc:spChg>
        <pc:spChg chg="add del">
          <ac:chgData name="Amit Nandi" userId="882742f7-29c6-4433-a43b-8438a69dc874" providerId="ADAL" clId="{D7ACF700-8F4D-48FD-BCDE-A6AFDE20DE05}" dt="2026-05-27T14:10:19.029" v="458" actId="21"/>
          <ac:spMkLst>
            <pc:docMk/>
            <pc:sldMk cId="0" sldId="262"/>
            <ac:spMk id="37" creationId="{00000000-0000-0000-0000-000000000000}"/>
          </ac:spMkLst>
        </pc:spChg>
        <pc:spChg chg="add del">
          <ac:chgData name="Amit Nandi" userId="882742f7-29c6-4433-a43b-8438a69dc874" providerId="ADAL" clId="{D7ACF700-8F4D-48FD-BCDE-A6AFDE20DE05}" dt="2026-05-27T14:10:19.029" v="458" actId="21"/>
          <ac:spMkLst>
            <pc:docMk/>
            <pc:sldMk cId="0" sldId="262"/>
            <ac:spMk id="38" creationId="{00000000-0000-0000-0000-000000000000}"/>
          </ac:spMkLst>
        </pc:spChg>
        <pc:spChg chg="add del">
          <ac:chgData name="Amit Nandi" userId="882742f7-29c6-4433-a43b-8438a69dc874" providerId="ADAL" clId="{D7ACF700-8F4D-48FD-BCDE-A6AFDE20DE05}" dt="2026-05-27T14:10:19.029" v="458" actId="21"/>
          <ac:spMkLst>
            <pc:docMk/>
            <pc:sldMk cId="0" sldId="262"/>
            <ac:spMk id="40" creationId="{00000000-0000-0000-0000-000000000000}"/>
          </ac:spMkLst>
        </pc:spChg>
        <pc:spChg chg="add">
          <ac:chgData name="Amit Nandi" userId="882742f7-29c6-4433-a43b-8438a69dc874" providerId="ADAL" clId="{D7ACF700-8F4D-48FD-BCDE-A6AFDE20DE05}" dt="2026-05-27T13:44:31.931" v="335" actId="22"/>
          <ac:spMkLst>
            <pc:docMk/>
            <pc:sldMk cId="0" sldId="262"/>
            <ac:spMk id="66" creationId="{2A8C7A35-1C1D-9DF6-345E-922ADC8A31E8}"/>
          </ac:spMkLst>
        </pc:spChg>
      </pc:sldChg>
      <pc:sldChg chg="addSp modSp mod">
        <pc:chgData name="Amit Nandi" userId="882742f7-29c6-4433-a43b-8438a69dc874" providerId="ADAL" clId="{D7ACF700-8F4D-48FD-BCDE-A6AFDE20DE05}" dt="2026-05-27T14:09:31.386" v="452" actId="1076"/>
        <pc:sldMkLst>
          <pc:docMk/>
          <pc:sldMk cId="0" sldId="263"/>
        </pc:sldMkLst>
        <pc:spChg chg="mod">
          <ac:chgData name="Amit Nandi" userId="882742f7-29c6-4433-a43b-8438a69dc874" providerId="ADAL" clId="{D7ACF700-8F4D-48FD-BCDE-A6AFDE20DE05}" dt="2026-05-27T13:45:06.295" v="398" actId="6549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Amit Nandi" userId="882742f7-29c6-4433-a43b-8438a69dc874" providerId="ADAL" clId="{D7ACF700-8F4D-48FD-BCDE-A6AFDE20DE05}" dt="2026-05-27T14:09:31.386" v="452" actId="1076"/>
          <ac:spMkLst>
            <pc:docMk/>
            <pc:sldMk cId="0" sldId="263"/>
            <ac:spMk id="64" creationId="{028AA989-CFC0-38F0-EE7B-BB09EF69E452}"/>
          </ac:spMkLst>
        </pc:spChg>
      </pc:sldChg>
      <pc:sldChg chg="mod modShow">
        <pc:chgData name="Amit Nandi" userId="882742f7-29c6-4433-a43b-8438a69dc874" providerId="ADAL" clId="{D7ACF700-8F4D-48FD-BCDE-A6AFDE20DE05}" dt="2026-05-27T14:08:25.495" v="440" actId="729"/>
        <pc:sldMkLst>
          <pc:docMk/>
          <pc:sldMk cId="0" sldId="264"/>
        </pc:sldMkLst>
      </pc:sldChg>
      <pc:sldChg chg="addSp modSp mod">
        <pc:chgData name="Amit Nandi" userId="882742f7-29c6-4433-a43b-8438a69dc874" providerId="ADAL" clId="{D7ACF700-8F4D-48FD-BCDE-A6AFDE20DE05}" dt="2026-05-27T13:46:47.380" v="401" actId="207"/>
        <pc:sldMkLst>
          <pc:docMk/>
          <pc:sldMk cId="0" sldId="265"/>
        </pc:sldMkLst>
        <pc:spChg chg="add mod">
          <ac:chgData name="Amit Nandi" userId="882742f7-29c6-4433-a43b-8438a69dc874" providerId="ADAL" clId="{D7ACF700-8F4D-48FD-BCDE-A6AFDE20DE05}" dt="2026-05-27T13:46:47.380" v="401" actId="207"/>
          <ac:spMkLst>
            <pc:docMk/>
            <pc:sldMk cId="0" sldId="265"/>
            <ac:spMk id="32" creationId="{3A489093-E5F6-443B-6251-650CE026D212}"/>
          </ac:spMkLst>
        </pc:spChg>
      </pc:sldChg>
      <pc:sldChg chg="addSp delSp modSp mod ord">
        <pc:chgData name="Amit Nandi" userId="882742f7-29c6-4433-a43b-8438a69dc874" providerId="ADAL" clId="{D7ACF700-8F4D-48FD-BCDE-A6AFDE20DE05}" dt="2026-05-27T14:08:59.525" v="447" actId="1076"/>
        <pc:sldMkLst>
          <pc:docMk/>
          <pc:sldMk cId="0" sldId="266"/>
        </pc:sldMkLst>
        <pc:spChg chg="add del">
          <ac:chgData name="Amit Nandi" userId="882742f7-29c6-4433-a43b-8438a69dc874" providerId="ADAL" clId="{D7ACF700-8F4D-48FD-BCDE-A6AFDE20DE05}" dt="2026-05-27T14:08:47.598" v="445" actId="478"/>
          <ac:spMkLst>
            <pc:docMk/>
            <pc:sldMk cId="0" sldId="266"/>
            <ac:spMk id="20" creationId="{DCD21311-7979-E358-465B-6BA4C7F5A3E0}"/>
          </ac:spMkLst>
        </pc:spChg>
        <pc:spChg chg="add mod">
          <ac:chgData name="Amit Nandi" userId="882742f7-29c6-4433-a43b-8438a69dc874" providerId="ADAL" clId="{D7ACF700-8F4D-48FD-BCDE-A6AFDE20DE05}" dt="2026-05-27T14:08:59.525" v="447" actId="1076"/>
          <ac:spMkLst>
            <pc:docMk/>
            <pc:sldMk cId="0" sldId="266"/>
            <ac:spMk id="21" creationId="{BAAE7764-8182-DF93-9926-362719E0C8AC}"/>
          </ac:spMkLst>
        </pc:spChg>
      </pc:sldChg>
      <pc:sldChg chg="addSp modSp mod">
        <pc:chgData name="Amit Nandi" userId="882742f7-29c6-4433-a43b-8438a69dc874" providerId="ADAL" clId="{D7ACF700-8F4D-48FD-BCDE-A6AFDE20DE05}" dt="2026-05-27T14:09:21.599" v="451" actId="1076"/>
        <pc:sldMkLst>
          <pc:docMk/>
          <pc:sldMk cId="0" sldId="267"/>
        </pc:sldMkLst>
        <pc:spChg chg="mod">
          <ac:chgData name="Amit Nandi" userId="882742f7-29c6-4433-a43b-8438a69dc874" providerId="ADAL" clId="{D7ACF700-8F4D-48FD-BCDE-A6AFDE20DE05}" dt="2026-05-27T13:28:26.039" v="225" actId="20577"/>
          <ac:spMkLst>
            <pc:docMk/>
            <pc:sldMk cId="0" sldId="267"/>
            <ac:spMk id="4" creationId="{00000000-0000-0000-0000-000000000000}"/>
          </ac:spMkLst>
        </pc:spChg>
        <pc:spChg chg="add mod">
          <ac:chgData name="Amit Nandi" userId="882742f7-29c6-4433-a43b-8438a69dc874" providerId="ADAL" clId="{D7ACF700-8F4D-48FD-BCDE-A6AFDE20DE05}" dt="2026-05-27T14:09:21.599" v="451" actId="1076"/>
          <ac:spMkLst>
            <pc:docMk/>
            <pc:sldMk cId="0" sldId="267"/>
            <ac:spMk id="38" creationId="{D6E2F5B5-074B-BA3A-D2C4-97F308690884}"/>
          </ac:spMkLst>
        </pc:spChg>
      </pc:sldChg>
      <pc:sldChg chg="modSp mod">
        <pc:chgData name="Amit Nandi" userId="882742f7-29c6-4433-a43b-8438a69dc874" providerId="ADAL" clId="{D7ACF700-8F4D-48FD-BCDE-A6AFDE20DE05}" dt="2026-05-27T13:28:49.682" v="233" actId="20577"/>
        <pc:sldMkLst>
          <pc:docMk/>
          <pc:sldMk cId="0" sldId="268"/>
        </pc:sldMkLst>
        <pc:spChg chg="mod">
          <ac:chgData name="Amit Nandi" userId="882742f7-29c6-4433-a43b-8438a69dc874" providerId="ADAL" clId="{D7ACF700-8F4D-48FD-BCDE-A6AFDE20DE05}" dt="2026-05-27T13:28:49.682" v="233" actId="20577"/>
          <ac:spMkLst>
            <pc:docMk/>
            <pc:sldMk cId="0" sldId="268"/>
            <ac:spMk id="10" creationId="{00000000-0000-0000-0000-000000000000}"/>
          </ac:spMkLst>
        </pc:spChg>
      </pc:sldChg>
      <pc:sldChg chg="addSp delSp modSp add mod setBg">
        <pc:chgData name="Amit Nandi" userId="882742f7-29c6-4433-a43b-8438a69dc874" providerId="ADAL" clId="{D7ACF700-8F4D-48FD-BCDE-A6AFDE20DE05}" dt="2026-05-27T14:07:48.453" v="429" actId="5793"/>
        <pc:sldMkLst>
          <pc:docMk/>
          <pc:sldMk cId="0" sldId="269"/>
        </pc:sldMkLst>
        <pc:spChg chg="mod">
          <ac:chgData name="Amit Nandi" userId="882742f7-29c6-4433-a43b-8438a69dc874" providerId="ADAL" clId="{D7ACF700-8F4D-48FD-BCDE-A6AFDE20DE05}" dt="2026-05-27T14:07:48.453" v="429" actId="5793"/>
          <ac:spMkLst>
            <pc:docMk/>
            <pc:sldMk cId="0" sldId="269"/>
            <ac:spMk id="2" creationId="{00000000-0000-0000-0000-000000000000}"/>
          </ac:spMkLst>
        </pc:spChg>
        <pc:spChg chg="del">
          <ac:chgData name="Amit Nandi" userId="882742f7-29c6-4433-a43b-8438a69dc874" providerId="ADAL" clId="{D7ACF700-8F4D-48FD-BCDE-A6AFDE20DE05}" dt="2026-05-27T14:04:46.551" v="407" actId="478"/>
          <ac:spMkLst>
            <pc:docMk/>
            <pc:sldMk cId="0" sldId="269"/>
            <ac:spMk id="3" creationId="{00000000-0000-0000-0000-000000000000}"/>
          </ac:spMkLst>
        </pc:spChg>
        <pc:spChg chg="del">
          <ac:chgData name="Amit Nandi" userId="882742f7-29c6-4433-a43b-8438a69dc874" providerId="ADAL" clId="{D7ACF700-8F4D-48FD-BCDE-A6AFDE20DE05}" dt="2026-05-27T14:04:55.297" v="411" actId="478"/>
          <ac:spMkLst>
            <pc:docMk/>
            <pc:sldMk cId="0" sldId="269"/>
            <ac:spMk id="5" creationId="{00000000-0000-0000-0000-000000000000}"/>
          </ac:spMkLst>
        </pc:spChg>
        <pc:picChg chg="add mod">
          <ac:chgData name="Amit Nandi" userId="882742f7-29c6-4433-a43b-8438a69dc874" providerId="ADAL" clId="{D7ACF700-8F4D-48FD-BCDE-A6AFDE20DE05}" dt="2026-05-27T14:04:52.936" v="410" actId="1076"/>
          <ac:picMkLst>
            <pc:docMk/>
            <pc:sldMk cId="0" sldId="269"/>
            <ac:picMk id="21" creationId="{D1FA11EE-421F-DE19-5DC1-509D8160A99D}"/>
          </ac:picMkLst>
        </pc:picChg>
      </pc:sldChg>
      <pc:sldChg chg="add setBg">
        <pc:chgData name="Amit Nandi" userId="882742f7-29c6-4433-a43b-8438a69dc874" providerId="ADAL" clId="{D7ACF700-8F4D-48FD-BCDE-A6AFDE20DE05}" dt="2026-05-27T13:54:39.699" v="403"/>
        <pc:sldMkLst>
          <pc:docMk/>
          <pc:sldMk cId="0" sldId="270"/>
        </pc:sldMkLst>
      </pc:sldChg>
      <pc:sldChg chg="addSp add del mod ord setBg">
        <pc:chgData name="Amit Nandi" userId="882742f7-29c6-4433-a43b-8438a69dc874" providerId="ADAL" clId="{D7ACF700-8F4D-48FD-BCDE-A6AFDE20DE05}" dt="2026-05-27T14:09:48.666" v="455" actId="47"/>
        <pc:sldMkLst>
          <pc:docMk/>
          <pc:sldMk cId="0" sldId="271"/>
        </pc:sldMkLst>
        <pc:spChg chg="add">
          <ac:chgData name="Amit Nandi" userId="882742f7-29c6-4433-a43b-8438a69dc874" providerId="ADAL" clId="{D7ACF700-8F4D-48FD-BCDE-A6AFDE20DE05}" dt="2026-05-27T14:09:03.280" v="448" actId="22"/>
          <ac:spMkLst>
            <pc:docMk/>
            <pc:sldMk cId="0" sldId="271"/>
            <ac:spMk id="26" creationId="{0A2A1C56-37FE-8DE6-499D-DBB030204E92}"/>
          </ac:spMkLst>
        </pc:spChg>
      </pc:sldChg>
      <pc:sldChg chg="addSp delSp modSp add mod ord setBg modNotesTx">
        <pc:chgData name="Amit Nandi" userId="882742f7-29c6-4433-a43b-8438a69dc874" providerId="ADAL" clId="{D7ACF700-8F4D-48FD-BCDE-A6AFDE20DE05}" dt="2026-05-27T15:12:25.448" v="816" actId="20577"/>
        <pc:sldMkLst>
          <pc:docMk/>
          <pc:sldMk cId="0" sldId="272"/>
        </pc:sldMkLst>
        <pc:spChg chg="mod">
          <ac:chgData name="Amit Nandi" userId="882742f7-29c6-4433-a43b-8438a69dc874" providerId="ADAL" clId="{D7ACF700-8F4D-48FD-BCDE-A6AFDE20DE05}" dt="2026-05-27T15:10:25.610" v="577" actId="20577"/>
          <ac:spMkLst>
            <pc:docMk/>
            <pc:sldMk cId="0" sldId="272"/>
            <ac:spMk id="14" creationId="{00000000-0000-0000-0000-000000000000}"/>
          </ac:spMkLst>
        </pc:spChg>
        <pc:spChg chg="mod">
          <ac:chgData name="Amit Nandi" userId="882742f7-29c6-4433-a43b-8438a69dc874" providerId="ADAL" clId="{D7ACF700-8F4D-48FD-BCDE-A6AFDE20DE05}" dt="2026-05-27T15:10:36.746" v="591" actId="20577"/>
          <ac:spMkLst>
            <pc:docMk/>
            <pc:sldMk cId="0" sldId="272"/>
            <ac:spMk id="17" creationId="{00000000-0000-0000-0000-000000000000}"/>
          </ac:spMkLst>
        </pc:spChg>
        <pc:spChg chg="add del mod">
          <ac:chgData name="Amit Nandi" userId="882742f7-29c6-4433-a43b-8438a69dc874" providerId="ADAL" clId="{D7ACF700-8F4D-48FD-BCDE-A6AFDE20DE05}" dt="2026-05-27T14:10:52.934" v="462" actId="478"/>
          <ac:spMkLst>
            <pc:docMk/>
            <pc:sldMk cId="0" sldId="272"/>
            <ac:spMk id="29" creationId="{716EEE36-6D37-2CCA-F415-83CC2205532A}"/>
          </ac:spMkLst>
        </pc:spChg>
        <pc:spChg chg="add mod">
          <ac:chgData name="Amit Nandi" userId="882742f7-29c6-4433-a43b-8438a69dc874" providerId="ADAL" clId="{D7ACF700-8F4D-48FD-BCDE-A6AFDE20DE05}" dt="2026-05-27T14:10:28.980" v="460" actId="1076"/>
          <ac:spMkLst>
            <pc:docMk/>
            <pc:sldMk cId="0" sldId="272"/>
            <ac:spMk id="31" creationId="{F3F4057A-D5AA-83E1-070B-3EF7FF8BF098}"/>
          </ac:spMkLst>
        </pc:spChg>
        <pc:spChg chg="add mod">
          <ac:chgData name="Amit Nandi" userId="882742f7-29c6-4433-a43b-8438a69dc874" providerId="ADAL" clId="{D7ACF700-8F4D-48FD-BCDE-A6AFDE20DE05}" dt="2026-05-27T14:10:28.980" v="460" actId="1076"/>
          <ac:spMkLst>
            <pc:docMk/>
            <pc:sldMk cId="0" sldId="272"/>
            <ac:spMk id="33" creationId="{53B0685A-EE78-60E2-5726-A2F9C72F29F6}"/>
          </ac:spMkLst>
        </pc:spChg>
        <pc:spChg chg="add del mod">
          <ac:chgData name="Amit Nandi" userId="882742f7-29c6-4433-a43b-8438a69dc874" providerId="ADAL" clId="{D7ACF700-8F4D-48FD-BCDE-A6AFDE20DE05}" dt="2026-05-27T14:10:53.922" v="463" actId="478"/>
          <ac:spMkLst>
            <pc:docMk/>
            <pc:sldMk cId="0" sldId="272"/>
            <ac:spMk id="35" creationId="{90406130-AC5D-05ED-5ADC-6FDFB58D0400}"/>
          </ac:spMkLst>
        </pc:spChg>
        <pc:spChg chg="add del mod">
          <ac:chgData name="Amit Nandi" userId="882742f7-29c6-4433-a43b-8438a69dc874" providerId="ADAL" clId="{D7ACF700-8F4D-48FD-BCDE-A6AFDE20DE05}" dt="2026-05-27T14:10:56.236" v="464" actId="478"/>
          <ac:spMkLst>
            <pc:docMk/>
            <pc:sldMk cId="0" sldId="272"/>
            <ac:spMk id="37" creationId="{15BF5011-35B2-410B-2A55-5AD65A8A6979}"/>
          </ac:spMkLst>
        </pc:spChg>
        <pc:spChg chg="add mod">
          <ac:chgData name="Amit Nandi" userId="882742f7-29c6-4433-a43b-8438a69dc874" providerId="ADAL" clId="{D7ACF700-8F4D-48FD-BCDE-A6AFDE20DE05}" dt="2026-05-27T15:04:53.765" v="505" actId="20577"/>
          <ac:spMkLst>
            <pc:docMk/>
            <pc:sldMk cId="0" sldId="272"/>
            <ac:spMk id="39" creationId="{537342C0-E4EF-E4C3-D3B4-A389A9EB7428}"/>
          </ac:spMkLst>
        </pc:spChg>
        <pc:spChg chg="add mod">
          <ac:chgData name="Amit Nandi" userId="882742f7-29c6-4433-a43b-8438a69dc874" providerId="ADAL" clId="{D7ACF700-8F4D-48FD-BCDE-A6AFDE20DE05}" dt="2026-05-27T14:10:28.980" v="460" actId="1076"/>
          <ac:spMkLst>
            <pc:docMk/>
            <pc:sldMk cId="0" sldId="272"/>
            <ac:spMk id="41" creationId="{99D3C7AE-D760-6BCC-E7C1-44E90295BB9B}"/>
          </ac:spMkLst>
        </pc:spChg>
        <pc:spChg chg="add del mod">
          <ac:chgData name="Amit Nandi" userId="882742f7-29c6-4433-a43b-8438a69dc874" providerId="ADAL" clId="{D7ACF700-8F4D-48FD-BCDE-A6AFDE20DE05}" dt="2026-05-27T14:10:51.397" v="461" actId="478"/>
          <ac:spMkLst>
            <pc:docMk/>
            <pc:sldMk cId="0" sldId="272"/>
            <ac:spMk id="43" creationId="{3950EFB5-BBEB-4920-8056-C180D0F1EA7D}"/>
          </ac:spMkLst>
        </pc:spChg>
        <pc:spChg chg="add">
          <ac:chgData name="Amit Nandi" userId="882742f7-29c6-4433-a43b-8438a69dc874" providerId="ADAL" clId="{D7ACF700-8F4D-48FD-BCDE-A6AFDE20DE05}" dt="2026-05-27T14:12:01.599" v="475" actId="22"/>
          <ac:spMkLst>
            <pc:docMk/>
            <pc:sldMk cId="0" sldId="272"/>
            <ac:spMk id="54" creationId="{62942F5E-FEB1-29CE-7F98-AB9C1BBF5F74}"/>
          </ac:spMkLst>
        </pc:spChg>
        <pc:grpChg chg="add mod">
          <ac:chgData name="Amit Nandi" userId="882742f7-29c6-4433-a43b-8438a69dc874" providerId="ADAL" clId="{D7ACF700-8F4D-48FD-BCDE-A6AFDE20DE05}" dt="2026-05-27T14:11:08.953" v="466" actId="1076"/>
          <ac:grpSpMkLst>
            <pc:docMk/>
            <pc:sldMk cId="0" sldId="272"/>
            <ac:grpSpMk id="44" creationId="{F0C01788-FA14-C91F-6E69-3DD473418911}"/>
          </ac:grpSpMkLst>
        </pc:grpChg>
        <pc:grpChg chg="del mod">
          <ac:chgData name="Amit Nandi" userId="882742f7-29c6-4433-a43b-8438a69dc874" providerId="ADAL" clId="{D7ACF700-8F4D-48FD-BCDE-A6AFDE20DE05}" dt="2026-05-27T14:11:24.958" v="474"/>
          <ac:grpSpMkLst>
            <pc:docMk/>
            <pc:sldMk cId="0" sldId="272"/>
            <ac:grpSpMk id="47" creationId="{AB35FA4F-5629-1246-D0F2-69146BF10A0F}"/>
          </ac:grpSpMkLst>
        </pc:grpChg>
        <pc:grpChg chg="mod">
          <ac:chgData name="Amit Nandi" userId="882742f7-29c6-4433-a43b-8438a69dc874" providerId="ADAL" clId="{D7ACF700-8F4D-48FD-BCDE-A6AFDE20DE05}" dt="2026-05-27T14:11:24.958" v="474"/>
          <ac:grpSpMkLst>
            <pc:docMk/>
            <pc:sldMk cId="0" sldId="272"/>
            <ac:grpSpMk id="52" creationId="{41C3997B-E41C-A817-7D78-C3A467466B49}"/>
          </ac:grpSpMkLst>
        </pc:grpChg>
        <pc:grpChg chg="mod">
          <ac:chgData name="Amit Nandi" userId="882742f7-29c6-4433-a43b-8438a69dc874" providerId="ADAL" clId="{D7ACF700-8F4D-48FD-BCDE-A6AFDE20DE05}" dt="2026-05-27T15:10:42.413" v="596"/>
          <ac:grpSpMkLst>
            <pc:docMk/>
            <pc:sldMk cId="0" sldId="272"/>
            <ac:grpSpMk id="60" creationId="{C4CE281E-1BA9-E6E7-ACA7-7A07795BB04C}"/>
          </ac:grpSpMkLst>
        </pc:grpChg>
        <pc:grpChg chg="mod">
          <ac:chgData name="Amit Nandi" userId="882742f7-29c6-4433-a43b-8438a69dc874" providerId="ADAL" clId="{D7ACF700-8F4D-48FD-BCDE-A6AFDE20DE05}" dt="2026-05-27T15:10:42.413" v="596"/>
          <ac:grpSpMkLst>
            <pc:docMk/>
            <pc:sldMk cId="0" sldId="272"/>
            <ac:grpSpMk id="61" creationId="{2C239ACB-AAF5-BC59-3832-52A5CD6F7F98}"/>
          </ac:grpSpMkLst>
        </pc:grpChg>
        <pc:inkChg chg="add mod">
          <ac:chgData name="Amit Nandi" userId="882742f7-29c6-4433-a43b-8438a69dc874" providerId="ADAL" clId="{D7ACF700-8F4D-48FD-BCDE-A6AFDE20DE05}" dt="2026-05-27T14:11:24.958" v="474"/>
          <ac:inkMkLst>
            <pc:docMk/>
            <pc:sldMk cId="0" sldId="272"/>
            <ac:inkMk id="45" creationId="{2BA08BAB-2151-5F1B-A918-AD06E7DA0722}"/>
          </ac:inkMkLst>
        </pc:inkChg>
        <pc:inkChg chg="add mod">
          <ac:chgData name="Amit Nandi" userId="882742f7-29c6-4433-a43b-8438a69dc874" providerId="ADAL" clId="{D7ACF700-8F4D-48FD-BCDE-A6AFDE20DE05}" dt="2026-05-27T14:11:24.958" v="474"/>
          <ac:inkMkLst>
            <pc:docMk/>
            <pc:sldMk cId="0" sldId="272"/>
            <ac:inkMk id="46" creationId="{4277E3AF-98E0-F123-856C-8F872E71D7AB}"/>
          </ac:inkMkLst>
        </pc:inkChg>
        <pc:inkChg chg="add mod">
          <ac:chgData name="Amit Nandi" userId="882742f7-29c6-4433-a43b-8438a69dc874" providerId="ADAL" clId="{D7ACF700-8F4D-48FD-BCDE-A6AFDE20DE05}" dt="2026-05-27T14:11:24.958" v="474"/>
          <ac:inkMkLst>
            <pc:docMk/>
            <pc:sldMk cId="0" sldId="272"/>
            <ac:inkMk id="48" creationId="{4C638207-AC76-D540-4C8E-05E508429EFC}"/>
          </ac:inkMkLst>
        </pc:inkChg>
        <pc:inkChg chg="add mod">
          <ac:chgData name="Amit Nandi" userId="882742f7-29c6-4433-a43b-8438a69dc874" providerId="ADAL" clId="{D7ACF700-8F4D-48FD-BCDE-A6AFDE20DE05}" dt="2026-05-27T14:11:24.958" v="474"/>
          <ac:inkMkLst>
            <pc:docMk/>
            <pc:sldMk cId="0" sldId="272"/>
            <ac:inkMk id="49" creationId="{950E4BF4-FD9A-CE15-51E1-3E134384A1F6}"/>
          </ac:inkMkLst>
        </pc:inkChg>
        <pc:inkChg chg="add mod">
          <ac:chgData name="Amit Nandi" userId="882742f7-29c6-4433-a43b-8438a69dc874" providerId="ADAL" clId="{D7ACF700-8F4D-48FD-BCDE-A6AFDE20DE05}" dt="2026-05-27T14:11:24.958" v="474"/>
          <ac:inkMkLst>
            <pc:docMk/>
            <pc:sldMk cId="0" sldId="272"/>
            <ac:inkMk id="50" creationId="{6CC2ADFF-85EF-F339-5B36-0EC164C44F95}"/>
          </ac:inkMkLst>
        </pc:inkChg>
        <pc:inkChg chg="add mod">
          <ac:chgData name="Amit Nandi" userId="882742f7-29c6-4433-a43b-8438a69dc874" providerId="ADAL" clId="{D7ACF700-8F4D-48FD-BCDE-A6AFDE20DE05}" dt="2026-05-27T14:11:24.958" v="474"/>
          <ac:inkMkLst>
            <pc:docMk/>
            <pc:sldMk cId="0" sldId="272"/>
            <ac:inkMk id="51" creationId="{558E5EB7-96EC-C778-7341-A3203C098643}"/>
          </ac:inkMkLst>
        </pc:inkChg>
        <pc:inkChg chg="add">
          <ac:chgData name="Amit Nandi" userId="882742f7-29c6-4433-a43b-8438a69dc874" providerId="ADAL" clId="{D7ACF700-8F4D-48FD-BCDE-A6AFDE20DE05}" dt="2026-05-27T15:05:00.589" v="506" actId="9405"/>
          <ac:inkMkLst>
            <pc:docMk/>
            <pc:sldMk cId="0" sldId="272"/>
            <ac:inkMk id="55" creationId="{4A8442CE-0775-05D7-9777-369466A1E3D7}"/>
          </ac:inkMkLst>
        </pc:inkChg>
        <pc:inkChg chg="add mod">
          <ac:chgData name="Amit Nandi" userId="882742f7-29c6-4433-a43b-8438a69dc874" providerId="ADAL" clId="{D7ACF700-8F4D-48FD-BCDE-A6AFDE20DE05}" dt="2026-05-27T15:10:42.413" v="596"/>
          <ac:inkMkLst>
            <pc:docMk/>
            <pc:sldMk cId="0" sldId="272"/>
            <ac:inkMk id="56" creationId="{A8083CEE-535C-AA05-6C14-B7FD7D228B80}"/>
          </ac:inkMkLst>
        </pc:inkChg>
        <pc:inkChg chg="add mod">
          <ac:chgData name="Amit Nandi" userId="882742f7-29c6-4433-a43b-8438a69dc874" providerId="ADAL" clId="{D7ACF700-8F4D-48FD-BCDE-A6AFDE20DE05}" dt="2026-05-27T15:10:42.413" v="596"/>
          <ac:inkMkLst>
            <pc:docMk/>
            <pc:sldMk cId="0" sldId="272"/>
            <ac:inkMk id="57" creationId="{F0474D07-D188-9905-069B-54110F847AFF}"/>
          </ac:inkMkLst>
        </pc:inkChg>
        <pc:inkChg chg="add mod">
          <ac:chgData name="Amit Nandi" userId="882742f7-29c6-4433-a43b-8438a69dc874" providerId="ADAL" clId="{D7ACF700-8F4D-48FD-BCDE-A6AFDE20DE05}" dt="2026-05-27T15:10:42.413" v="596"/>
          <ac:inkMkLst>
            <pc:docMk/>
            <pc:sldMk cId="0" sldId="272"/>
            <ac:inkMk id="58" creationId="{6D821D10-0A6B-F44B-9D13-725D89CE75A4}"/>
          </ac:inkMkLst>
        </pc:inkChg>
        <pc:inkChg chg="add mod">
          <ac:chgData name="Amit Nandi" userId="882742f7-29c6-4433-a43b-8438a69dc874" providerId="ADAL" clId="{D7ACF700-8F4D-48FD-BCDE-A6AFDE20DE05}" dt="2026-05-27T15:10:42.413" v="596"/>
          <ac:inkMkLst>
            <pc:docMk/>
            <pc:sldMk cId="0" sldId="272"/>
            <ac:inkMk id="59" creationId="{B9FC5273-5C2F-10FB-6E23-DCC9665FED35}"/>
          </ac:inkMkLst>
        </pc:inkChg>
      </pc:sldChg>
      <pc:sldChg chg="addSp delSp modSp add mod ord setBg">
        <pc:chgData name="Amit Nandi" userId="882742f7-29c6-4433-a43b-8438a69dc874" providerId="ADAL" clId="{D7ACF700-8F4D-48FD-BCDE-A6AFDE20DE05}" dt="2026-05-27T15:25:30.289" v="1098" actId="113"/>
        <pc:sldMkLst>
          <pc:docMk/>
          <pc:sldMk cId="0" sldId="273"/>
        </pc:sldMkLst>
        <pc:spChg chg="add del">
          <ac:chgData name="Amit Nandi" userId="882742f7-29c6-4433-a43b-8438a69dc874" providerId="ADAL" clId="{D7ACF700-8F4D-48FD-BCDE-A6AFDE20DE05}" dt="2026-05-27T15:25:22.518" v="1095" actId="478"/>
          <ac:spMkLst>
            <pc:docMk/>
            <pc:sldMk cId="0" sldId="273"/>
            <ac:spMk id="35" creationId="{637A3A55-24D2-77ED-7D61-26014EAC880A}"/>
          </ac:spMkLst>
        </pc:spChg>
        <pc:spChg chg="add mod">
          <ac:chgData name="Amit Nandi" userId="882742f7-29c6-4433-a43b-8438a69dc874" providerId="ADAL" clId="{D7ACF700-8F4D-48FD-BCDE-A6AFDE20DE05}" dt="2026-05-27T15:25:30.289" v="1098" actId="113"/>
          <ac:spMkLst>
            <pc:docMk/>
            <pc:sldMk cId="0" sldId="273"/>
            <ac:spMk id="36" creationId="{86C2C827-85FF-D16F-5103-4A7FE9D3296E}"/>
          </ac:spMkLst>
        </pc:spChg>
      </pc:sldChg>
      <pc:sldChg chg="addSp modSp new mod">
        <pc:chgData name="Amit Nandi" userId="882742f7-29c6-4433-a43b-8438a69dc874" providerId="ADAL" clId="{D7ACF700-8F4D-48FD-BCDE-A6AFDE20DE05}" dt="2026-05-27T15:16:52.266" v="1023" actId="20577"/>
        <pc:sldMkLst>
          <pc:docMk/>
          <pc:sldMk cId="1199190653" sldId="274"/>
        </pc:sldMkLst>
        <pc:spChg chg="add mod">
          <ac:chgData name="Amit Nandi" userId="882742f7-29c6-4433-a43b-8438a69dc874" providerId="ADAL" clId="{D7ACF700-8F4D-48FD-BCDE-A6AFDE20DE05}" dt="2026-05-27T15:13:24.402" v="836" actId="20577"/>
          <ac:spMkLst>
            <pc:docMk/>
            <pc:sldMk cId="1199190653" sldId="274"/>
            <ac:spMk id="2" creationId="{A6AC7952-DBD6-EA9D-0C90-63BE1169FFA4}"/>
          </ac:spMkLst>
        </pc:spChg>
        <pc:spChg chg="add mod">
          <ac:chgData name="Amit Nandi" userId="882742f7-29c6-4433-a43b-8438a69dc874" providerId="ADAL" clId="{D7ACF700-8F4D-48FD-BCDE-A6AFDE20DE05}" dt="2026-05-27T15:13:30.952" v="853" actId="20577"/>
          <ac:spMkLst>
            <pc:docMk/>
            <pc:sldMk cId="1199190653" sldId="274"/>
            <ac:spMk id="3" creationId="{D3BA7D0A-7453-EB91-29B8-938176F4D874}"/>
          </ac:spMkLst>
        </pc:spChg>
        <pc:spChg chg="add mod">
          <ac:chgData name="Amit Nandi" userId="882742f7-29c6-4433-a43b-8438a69dc874" providerId="ADAL" clId="{D7ACF700-8F4D-48FD-BCDE-A6AFDE20DE05}" dt="2026-05-27T15:16:52.266" v="1023" actId="20577"/>
          <ac:spMkLst>
            <pc:docMk/>
            <pc:sldMk cId="1199190653" sldId="274"/>
            <ac:spMk id="4" creationId="{179C098A-7B17-A039-B668-42CB95DB0EDD}"/>
          </ac:spMkLst>
        </pc:spChg>
        <pc:spChg chg="add mod">
          <ac:chgData name="Amit Nandi" userId="882742f7-29c6-4433-a43b-8438a69dc874" providerId="ADAL" clId="{D7ACF700-8F4D-48FD-BCDE-A6AFDE20DE05}" dt="2026-05-27T15:15:42.337" v="857" actId="1076"/>
          <ac:spMkLst>
            <pc:docMk/>
            <pc:sldMk cId="1199190653" sldId="274"/>
            <ac:spMk id="5" creationId="{AAB37681-8BEE-BDF2-926A-032329045DA8}"/>
          </ac:spMkLst>
        </pc:spChg>
        <pc:spChg chg="add mod">
          <ac:chgData name="Amit Nandi" userId="882742f7-29c6-4433-a43b-8438a69dc874" providerId="ADAL" clId="{D7ACF700-8F4D-48FD-BCDE-A6AFDE20DE05}" dt="2026-05-27T15:15:57.208" v="885" actId="688"/>
          <ac:spMkLst>
            <pc:docMk/>
            <pc:sldMk cId="1199190653" sldId="274"/>
            <ac:spMk id="7" creationId="{D97D9C1F-FE54-B60D-CEAD-0344BCB8ECE7}"/>
          </ac:spMkLst>
        </pc:spChg>
        <pc:spChg chg="add mod">
          <ac:chgData name="Amit Nandi" userId="882742f7-29c6-4433-a43b-8438a69dc874" providerId="ADAL" clId="{D7ACF700-8F4D-48FD-BCDE-A6AFDE20DE05}" dt="2026-05-27T15:16:00.195" v="886" actId="571"/>
          <ac:spMkLst>
            <pc:docMk/>
            <pc:sldMk cId="1199190653" sldId="274"/>
            <ac:spMk id="8" creationId="{F45E391E-6B6B-AAEC-FF94-655A983A6C37}"/>
          </ac:spMkLst>
        </pc:spChg>
        <pc:spChg chg="add mod">
          <ac:chgData name="Amit Nandi" userId="882742f7-29c6-4433-a43b-8438a69dc874" providerId="ADAL" clId="{D7ACF700-8F4D-48FD-BCDE-A6AFDE20DE05}" dt="2026-05-27T15:16:09.354" v="910" actId="20577"/>
          <ac:spMkLst>
            <pc:docMk/>
            <pc:sldMk cId="1199190653" sldId="274"/>
            <ac:spMk id="9" creationId="{26257E37-ECBB-DCC4-9553-0F9B03C3C48F}"/>
          </ac:spMkLst>
        </pc:spChg>
        <pc:spChg chg="add mod">
          <ac:chgData name="Amit Nandi" userId="882742f7-29c6-4433-a43b-8438a69dc874" providerId="ADAL" clId="{D7ACF700-8F4D-48FD-BCDE-A6AFDE20DE05}" dt="2026-05-27T15:16:15.404" v="912" actId="1076"/>
          <ac:spMkLst>
            <pc:docMk/>
            <pc:sldMk cId="1199190653" sldId="274"/>
            <ac:spMk id="11" creationId="{8F77299D-3CA7-479A-E3F9-279F2CBB697E}"/>
          </ac:spMkLst>
        </pc:spChg>
        <pc:spChg chg="add mod">
          <ac:chgData name="Amit Nandi" userId="882742f7-29c6-4433-a43b-8438a69dc874" providerId="ADAL" clId="{D7ACF700-8F4D-48FD-BCDE-A6AFDE20DE05}" dt="2026-05-27T15:16:27.850" v="956" actId="20577"/>
          <ac:spMkLst>
            <pc:docMk/>
            <pc:sldMk cId="1199190653" sldId="274"/>
            <ac:spMk id="12" creationId="{4661E895-158D-B078-B2F9-2A38DCB930CC}"/>
          </ac:spMkLst>
        </pc:spChg>
        <pc:spChg chg="add mod">
          <ac:chgData name="Amit Nandi" userId="882742f7-29c6-4433-a43b-8438a69dc874" providerId="ADAL" clId="{D7ACF700-8F4D-48FD-BCDE-A6AFDE20DE05}" dt="2026-05-27T15:16:32.944" v="958" actId="688"/>
          <ac:spMkLst>
            <pc:docMk/>
            <pc:sldMk cId="1199190653" sldId="274"/>
            <ac:spMk id="13" creationId="{720C2E58-3125-48E8-06CD-4019A13E6403}"/>
          </ac:spMkLst>
        </pc:spChg>
        <pc:spChg chg="add mod">
          <ac:chgData name="Amit Nandi" userId="882742f7-29c6-4433-a43b-8438a69dc874" providerId="ADAL" clId="{D7ACF700-8F4D-48FD-BCDE-A6AFDE20DE05}" dt="2026-05-27T15:16:47.629" v="1012" actId="20577"/>
          <ac:spMkLst>
            <pc:docMk/>
            <pc:sldMk cId="1199190653" sldId="274"/>
            <ac:spMk id="14" creationId="{E93CC2D4-D142-C363-FE55-8794CFDE7971}"/>
          </ac:spMkLst>
        </pc:spChg>
      </pc:sldChg>
      <pc:sldChg chg="addSp modSp new mod chgLayout">
        <pc:chgData name="Amit Nandi" userId="882742f7-29c6-4433-a43b-8438a69dc874" providerId="ADAL" clId="{D7ACF700-8F4D-48FD-BCDE-A6AFDE20DE05}" dt="2026-05-27T15:37:13.445" v="1876" actId="20577"/>
        <pc:sldMkLst>
          <pc:docMk/>
          <pc:sldMk cId="960826457" sldId="275"/>
        </pc:sldMkLst>
        <pc:spChg chg="add mod">
          <ac:chgData name="Amit Nandi" userId="882742f7-29c6-4433-a43b-8438a69dc874" providerId="ADAL" clId="{D7ACF700-8F4D-48FD-BCDE-A6AFDE20DE05}" dt="2026-05-27T15:37:13.445" v="1876" actId="20577"/>
          <ac:spMkLst>
            <pc:docMk/>
            <pc:sldMk cId="960826457" sldId="275"/>
            <ac:spMk id="2" creationId="{5E37BC3E-2581-380C-8532-A087AE4310F5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7T14:11:17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1901 1 24575,'0'1'0,"-1"0"0,1 1 0,-1-1 0,1 0 0,-1 0 0,0 0 0,1 1 0,-1-1 0,0 0 0,0 0 0,0 0 0,0 0 0,0 0 0,0 0 0,-2 1 0,-22 15 0,17-12 0,-46 33 0,-1-3 0,-1-2 0,-92 38 0,89-45 0,1 2 0,-54 36 0,60-30 0,25-16 0,0-1 0,-39 18 0,-57 18 0,109-47 0,0 1 0,0 0 0,1 1 0,-16 12 0,16-11 0,0 0 0,-1-1 0,-27 13 0,30-17 0,0 1 0,1 1 0,-14 8 0,-11 8 0,6-9 0,20-10 0,1 1 0,0 0 0,-14 8 0,-85 58 0,-8 6 0,98-64 0,0-1 0,-1 0 0,-1-1 0,0-1 0,-23 8 0,24-9 0,0 0 0,1 1 0,-27 18 0,-12 7 0,33-22-120,-110 63-1125,111-61-5581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7T14:11:19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614 0 24575,'-7'5'0,"-1"0"0,1 0 0,1 1 0,-1 0 0,1 0 0,-11 14 0,-8 8 0,-30 18 0,37-32 0,0 1 0,-17 18 0,-108 118 0,113-121 0,-49 37 0,17-15 0,60-50 0,-50 48 0,48-45 0,-1 0 0,1 1 0,0 0 0,0 0 0,1 0 0,-1 1 0,-3 12 0,6-18 0,1 0 0,0 0 0,0 0 0,-1 0 0,1 0 0,0 0 0,0 0 0,0 0 0,0 0 0,0 0 0,0 0 0,0 0 0,1 0 0,-1 0 0,0 0 0,1 0 0,-1 0 0,0 0 0,1 0 0,-1 0 0,1 0 0,0 0 0,0 1 0,1-1 0,0 1 0,-1-1 0,1 0 0,0 0 0,0 0 0,0 0 0,0 0 0,0 0 0,0-1 0,0 1 0,2 0 0,8 1 0,0-1 0,0 0 0,17-2 0,-22 1 0,54-3 0,-22 1 0,1 1 0,-1 2 0,53 7 0,-76-5 0,-5-1 0,1 0 0,-1 0 0,0 1 0,1 1 0,-2 0 0,1 0 0,0 1 0,15 10 0,-11-5-341,0-1 0,0 0-1,20 8 1,-12-8-6485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7T14:11:21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24575,'1'8'0,"-1"0"0,1-1 0,1 1 0,-1-1 0,2 1 0,-1-1 0,1 0 0,0 0 0,0 0 0,5 8 0,6 7 0,29 33 0,-22-29 0,113 133 0,-43-29 0,-14-19 0,65 102 0,-141-213 0,59 85 0,-28-40 0,4-1 0,-22-28 0,18 29 0,-11-15 0,2-1 0,0-1 0,2-1 0,1-2 0,43 35 0,-45-41 0,4 3 0,-2 1 0,23 27 0,3-2 0,-37-35 0,25 27 0,-28-27 0,1-1 0,0 0 0,1-1 0,25 16 0,15 12 0,-20-14 67,49 28-1,6 3-1564,-71-43-5328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7T14:11:22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1 24575,'12'-1'0,"0"1"0,0 1 0,0 0 0,1 0 0,-2 1 0,1 1 0,0 0 0,0 0 0,-1 2 0,0-1 0,0 1 0,14 9 0,11 12 0,37 35 0,-4-4 0,39 36 0,-98-83 0,0 1 0,0-1 0,-1 2 0,13 20 0,-13-17 0,1-1 0,21 22 0,-25-29 0,-1-1 0,0 1 0,0 0 0,0 0 0,-1 0 0,0 1 0,4 9 0,16 59 0,-1-4 0,-13-49 0,11 27 0,-20-48 0,0 1 0,0 0 0,-1 0 0,1-1 0,-1 1 0,1 0 0,-1 0 0,0-1 0,0 1 0,-1 0 0,1 0 0,0 0 0,-1-1 0,-1 5 0,1-5 0,-1 0 0,1-1 0,-1 1 0,1-1 0,-1 1 0,1-1 0,-1 0 0,0 0 0,0 1 0,1-1 0,-1 0 0,0-1 0,0 1 0,0 0 0,0-1 0,0 1 0,0-1 0,0 1 0,0-1 0,-3 0 0,-49 0 0,42 0 0,-740-6-22,467 7-1321,264-1-5483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7T14:11:23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24575,'-121'0'0,"615"0"0,-492 0 0,1 0 0,-1 0 0,1 0 0,-1 1 0,1-1 0,-1 0 0,0 1 0,1 0 0,-1 0 0,0 0 0,1 0 0,2 1 0,-5-1 0,1 0 0,0-1 0,-1 1 0,1 0 0,-1 0 0,0 0 0,1-1 0,-1 1 0,1 0 0,-1 0 0,0 0 0,0 0 0,0 0 0,1 0 0,-1-1 0,0 1 0,0 0 0,0 0 0,0 0 0,0 0 0,-1 0 0,1 0 0,0 0 0,0 0 0,-1 0 0,1-1 0,0 1 0,-1 0 0,1 0 0,-1 0 0,1-1 0,-1 1 0,1 0 0,-1 0 0,-1 0 0,-109 148 0,97-131 0,-25 25 0,-8 9 0,-33 48 0,-32 43 0,81-105-84,22-27 133,-1 0 1,2 1 0,-11 17-1,17-25-131,0-1 0,1 1 0,-1 0-1,1 0 1,0-1 0,0 1 0,0 0 0,1 0 0,-1 0-1,1 0 1,0 0 0,0 0 0,0 0 0,1 0 0,-1 0-1,1 0 1,1 4 0,7 12-6744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7T14:11:24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24575,'0'3'0,"0"6"0,0 12 0,3 2 0,2 1 0,4 1 0,-1-1 0,0-1 0,-3 4 0,-1-3-8191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7T15:05:00.5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10442 757,'-26'-26,"-1"1,-2 1,0 2,-1 0,-1 2,-51-23,64 34,-9-3,-1 0,-47-12,39 13,-34-14,38 13,-53-14,60 23,0 0,-44 1,39 2,-41-5,-1-3,36 4,-54-11,27 2,1 3,-87-2,103 10,-122-4,-51-4,32-2,-23-4,-229-10,0 27,162 1,-805-2,958 10,12 0,60-6,-65 12,67-7,-75 2,86-10,12-2,0 2,1 1,-1 1,-28 6,44-5,-29 7,-1-1,0-2,-82 6,97-14,0 1,0 2,0 1,1 1,-47 15,18-4,-87 15,66-16,48-8,-42 17,43-14,-43 11,-8-5,-93 23,-205 83,134-52,73-23,139-37,-1 3,-38 21,0 0,-94 39,129-58,-42 25,-4 4,39-23,-71 53,78-50,-2-1,-67 34,70-41,0 1,-31 24,-29 16,-37 21,13-7,77-48,1 2,1 2,-43 39,48-39,-53 32,29-22,6-3,26-19,1 1,0 1,1 1,1 1,-31 34,-53 66,2-4,14-9,26-34,-8 10,-59 76,90-97,18-27,-50 61,22-37,3 2,2 2,-49 90,49-80,-11 22,-38 114,68-149,-18 46,24-50,7-17,-16 62,-8 45,1-1,35-142,-7 36,-5 78,2 13,0 22,12-96,1-32,-1 1,-2 0,0-1,-2 1,-10 45,5-43,2 0,1 0,1 0,0 28,5 108,1-71,-2 723,3-725,5 0,29 138,-25-141,-10-61,2 0,0-1,14 44,5 0,14 78,-20-72,-1-10,2 0,4-2,29 61,16 44,-47-111,37 72,-22-54,37 111,-35-85,-14-47,45 75,5 9,62 135,2-3,-82-174,22 42,-77-136,147 275,21-14,183 198,-190-283,-55-65,-44-43,211 221,136 79,-334-313,17 14,-61-45,1 0,47 26,29 21,-66-42,67 36,17 10,143 102,-176-118,158 82,-51-54,-153-68,121 41,-118-44,176 61,-154-53,100 20,-87-23,-45-10,51 7,-60-14,51 6,87 2,-147-12,0 2,39 9,14 1,387 28,-339-32,67 6,147 10,2-25,-146-1,-167-1,0-2,0 0,0-2,0 0,47-21,3 1,-54 19,0-1,0-1,0-1,-1-1,-1-1,24-17,-17 11,1 1,0 2,44-18,-38 19,-1-2,37-23,85-54,-100 63,-1-3,63-50,98-120,-195 181,0-2,-2 0,17-29,40-84,-20 34,107-219,-131 245,25-47,37-34,-67 111,27-66,-28 57,10-24,27-56,-44 96,-2 0,-2-1,-1-1,11-64,-13 52,3 0,21-54,24-63,-1 1,-23 74,10-22,29-85,-25 63,83-175,-25 25,-63 186,76-130,-112 219,66-149,-53 112,53-95,-12 45,-4-3,65-161,-86 180,76-126,13-27,-93 163,74-159,-55 121,20-38,-42 96,-3 0,-2-2,21-74,16-41,-34 102,0 0,5-11,-3-2,26-121,-20 74,-7 31,18-68,-2 4,-23 83,-11 42,-1 0,-3 0,5-57,-7 39,2 0,2 1,18-56,-25 104,15-60,12-92,-25 99,-3 37,1 0,10-47,-4 35,-1-1,3-74,-10-77,-2 78,2-666,-3 709,-4 1,-15-69,2 16,15 93,-1 1,-15-40,-8-27,21 60,-3 0,-18-38,17 42,1 0,1-1,-9-42,9 26,-3 0,-1 2,-21-46,-17-48,40 104,-22-43,12 30,-28-50,33 67,1-1,1-1,-14-43,26 64,-1-1,0 1,-1 1,-1-1,1 1,-1 0,-13-14,-59-55,33 35,36 32,-1 2,0-1,-1 1,0 0,0 1,-1 1,0 0,0 0,-1 1,-20-7,10 5,1-1,-23-14,25 13,0 0,-40-12,-95-7,44 10,19-9,69 20,1 1,-1 0,-45-5,-87-10,42 4,-29-3,82 3,45 13,0 1,0 0,-23-3,-171 5,108 3,82-1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7T15:10:39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24575,'0'9'0,"1"-1"0,0 0 0,0 1 0,1-1 0,0 0 0,1 0 0,0 0 0,0 0 0,1 0 0,0-1 0,0 1 0,6 7 0,-4-6 0,25 48 0,-11-22 0,29 43 0,59 63 0,-52-79 0,138 141 0,661 654-8721,-686-690 6878,83 92-584,-75-75 477,10-12 3418,-28-27-277,-50-36-988,196 179-198,91 91 460,-111-98-2076,281 276 1437,78 93 723,-378-419 834,-143-129-486,78 52 1871,-187-144-3002,0-1 1085,0 0 1,31 12-1,-31-15 339,0 1 0,0 0 0,21 15 0,6 12-1352,-2 1 0,-1 2 0,63 81 0,-90-103-6664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7T15:10:40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5064 1 24575,'-1'8'0,"-1"0"0,0-1 0,0 1 0,-1 0 0,0-1 0,0 1 0,-1-1 0,0 0 0,0 0 0,-6 6 0,-6 13 0,-4 9-62,-99 158-840,32-70 64,-52 70-1059,89-125 734,-67 121 1,26-39-241,-250 314 1125,21-87-3110,88-109 1373,-370 436-344,404-462 2134,-32 39 134,35-50 68,-193 222 24,251-299 10,-396 434 116,349-380-97,-53 55-32,41-72 1234,-63 63 1611,133-141-2796,19-19 5146,93-79-4308,-2-2 0,0 0 0,-24 14 0,25-18-6292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7T15:10:40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24575,'0'1'0,"0"0"0,1 1 0,-1-1 0,1 0 0,-1 0 0,1 0 0,0 0 0,-1 0 0,1 0 0,0 0 0,-1 0 0,1 0 0,0 0 0,0 0 0,0-1 0,2 2 0,2 3 0,193 173-3128,16-12 1606,-95-75-9,616 502-3954,-602-480 4698,170 158 33,337 339-445,-229-223 727,-316-296 458,323 321 113,240 264-182,-220-224 1777,-196-159-375,-117-150 2865,-39-48-3963,-38-47 803,-37-38-188,0 1 0,0 0 0,-1 0-1,-1 1 1,12 18 0,-3 0-493,1-2 0,1 0-1,28 28 1,-30-35-295,35 57-48,-42-61-1365,-2-2-5461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7T15:10:41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3963 40 24575,'-2'0'0,"-1"-1"0,1 0 0,0 0 0,0 0 0,0 0 0,0 0 0,0 0 0,0 0 0,0-1 0,1 1 0,-4-4 0,-9-6 0,9 9-14,0 0-1,0 0 0,1 1 1,-1-1-1,-1 1 0,1 0 0,0 0 1,0 1-1,0-1 0,0 1 1,-1 1-1,1-1 0,0 1 1,0-1-1,0 1 0,0 1 1,0-1-1,0 1 0,0 0 1,-8 4-1,-7 5-757,1 1-1,0 1 1,-25 22-1,-58 57-1230,-103 121 0,97-96-380,-577 660 72,6 47 903,498-609 343,-348 347 549,332-363 154,43-37 869,-68 69-511,-35 30 3388,-95 56 3337,332-298-6835,5-4-3122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30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Details and Issues: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If somebody started with a template, writing a paper, writing and </a:t>
            </a:r>
            <a:r>
              <a:rPr lang="en-US" dirty="0" err="1"/>
              <a:t>editng</a:t>
            </a:r>
            <a:r>
              <a:rPr lang="en-US" dirty="0"/>
              <a:t> and pushed to overleaf</a:t>
            </a:r>
          </a:p>
          <a:p>
            <a:pPr marL="171450" indent="-171450">
              <a:buFontTx/>
              <a:buChar char="-"/>
            </a:pPr>
            <a:r>
              <a:rPr lang="en-US" dirty="0"/>
              <a:t>Somebody comes back in overleaf</a:t>
            </a:r>
          </a:p>
          <a:p>
            <a:pPr marL="171450" indent="-171450">
              <a:buFontTx/>
              <a:buChar char="-"/>
            </a:pPr>
            <a:r>
              <a:rPr lang="en-US" dirty="0"/>
              <a:t>In this case you sync to overleaf and work in Overleaf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88775" y="0"/>
            <a:ext cx="502920" cy="6858000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11414455" y="0"/>
            <a:ext cx="274320" cy="6858000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960120" y="502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 OF CANADA</a:t>
            </a:r>
            <a:endParaRPr lang="en-US" sz="1100" dirty="0"/>
          </a:p>
          <a:p>
            <a:pPr marL="0" indent="0">
              <a:buNone/>
            </a:pPr>
            <a:r>
              <a:rPr lang="en-US" sz="800" i="1" kern="0" spc="200" dirty="0">
                <a:solidFill>
                  <a:srgbClr val="C8CFD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BANQUE DU CANADA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341968" y="411480"/>
            <a:ext cx="274320" cy="274320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9662008" y="411480"/>
            <a:ext cx="274320" cy="274320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9341968" y="731520"/>
            <a:ext cx="274320" cy="274320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9662008" y="731520"/>
            <a:ext cx="274320" cy="27432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0056366" y="403597"/>
            <a:ext cx="13580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C7A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SESSION  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LaTeX (Overleaf) &amp;</a:t>
            </a:r>
            <a:endParaRPr lang="en-US" sz="6400" dirty="0"/>
          </a:p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‘Copilot (AI)</a:t>
            </a:r>
            <a:endParaRPr lang="en-US" sz="64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548640" cy="109728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4864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E2D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Follow-up — turning Colin's requirements into a buildable shape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6172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7A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MAY 27, 2026   ·   BoC  +  MICROSOFT   ·   OTTAWA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09728" cy="109728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TODAY'S 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A4F"/>
                </a:solidFill>
                <a:latin typeface="Aptos Display" pitchFamily="34" charset="0"/>
              </a:rPr>
              <a:t>Agenda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aligned on what we built, what Colin asked for, and how we'd scale it inside the Bank.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9441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868680" y="2459736"/>
            <a:ext cx="457200" cy="457200"/>
          </a:xfrm>
          <a:prstGeom prst="ellipse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86868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24048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are we?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7432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since May 11 — what's built, what's emerging.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09441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868680" y="3282696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2278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review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661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walkthrough of the GHCP-based LaTeX Copilot PoC.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9441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868680" y="4105656"/>
            <a:ext cx="457200" cy="457200"/>
          </a:xfrm>
          <a:prstGeom prst="ellipse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86868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4050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Colin's requirements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08760" y="438912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five explicit asks plus the implied context.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1109441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91440" cy="713232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9859975" y="49103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500" dirty="0">
                <a:solidFill>
                  <a:srgbClr val="C7A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ACTIVITY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8680" y="4928616"/>
            <a:ext cx="457200" cy="457200"/>
          </a:xfrm>
          <a:prstGeom prst="ellipse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86868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8760" y="48737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3" action="ppaction://hlinksldjump"/>
              </a:rPr>
              <a:t>Overleaf Process Workshop &amp; Requirements Elicitation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08760" y="521208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 an economist's day end-to-end. Strawman → discussion → capture. Switch to the mindmap.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623560"/>
            <a:ext cx="1109441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868680" y="5751576"/>
            <a:ext cx="457200" cy="457200"/>
          </a:xfrm>
          <a:prstGeom prst="ellipse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868680" y="5751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08760" y="56967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methodology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508760" y="603504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→ GHCP prototype → GHCP in BoC env → IT maintenance + MVP governance.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D9C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LaTeX (Overleaf) Copilot   ·   Workshop Session 2   ·   May 27,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13</a:t>
            </a:r>
            <a:endParaRPr lang="en-US" sz="900" dirty="0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471EC77F-FE80-1D24-45B4-3B43755E5B3C}"/>
              </a:ext>
            </a:extLst>
          </p:cNvPr>
          <p:cNvSpPr/>
          <p:nvPr/>
        </p:nvSpPr>
        <p:spPr>
          <a:xfrm>
            <a:off x="10665372" y="194705"/>
            <a:ext cx="520483" cy="482425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09728" cy="109728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 ·  WHERE ARE WE?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Since Colin's May 11 email we've moved from 'understanding the ask' to 'demonstrating the art of the possible' — and we've stumbled into a bigger question worth surfacing.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36576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73152" cy="3520440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777240" y="28163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heard the requirements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Colin's five explicit asks, in writing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implied context: sovereignty, render quality, springboard intent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Captured as a working list, not a wishlist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51760"/>
            <a:ext cx="36576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4343400" y="2651760"/>
            <a:ext cx="73152" cy="3520440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572000" y="28163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built a lightweight PoC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33756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GHCP-driven LaTeX Copilot, runnable on localhost:5200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Compliance-checker agent + BoC house-style rules (YAML)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Proves the art of the possible, not production-ready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651760"/>
            <a:ext cx="36576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8138160" y="2651760"/>
            <a:ext cx="73152" cy="3520440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8366760" y="28163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surfaced "the long tail"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333756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model: AI coding tools to satisfy software the Bank traditionally couldn't justify a heavyweight project for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 the door for personas previously under-served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BoC EA + IT to break new ground on process &amp; governance — and worth it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D9C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LaTeX (Overleaf) Copilot   ·   Workshop Session 2   ·   May 27,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13</a:t>
            </a:r>
            <a:endParaRPr lang="en-US" sz="900" dirty="0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6B8CDFBA-9346-F8AC-6C91-558793C134BD}"/>
              </a:ext>
            </a:extLst>
          </p:cNvPr>
          <p:cNvSpPr/>
          <p:nvPr/>
        </p:nvSpPr>
        <p:spPr>
          <a:xfrm>
            <a:off x="10665372" y="194705"/>
            <a:ext cx="520483" cy="482425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09728" cy="109728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 ·  COLIN JONES' REQUIREMENTS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F"/>
                </a:solidFill>
                <a:latin typeface="Aptos Display" pitchFamily="34" charset="0"/>
              </a:rPr>
              <a:t>Requirements Background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kern="0" spc="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of Canada  ·  Colin Jones  ·  email of May 11,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411480" cy="411480"/>
          </a:xfrm>
          <a:prstGeom prst="ellipse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640080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5694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Easy LaTeX editor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3000" y="2843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friction for authors — not a developer-grade tool.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27832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640080" y="3346704"/>
            <a:ext cx="411480" cy="411480"/>
          </a:xfrm>
          <a:prstGeom prst="ellipse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40080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2826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Inline GHCP suggestions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" y="3557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Assistance happens in-place. No copy/paste between tools.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41064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640080" y="4059936"/>
            <a:ext cx="411480" cy="411480"/>
          </a:xfrm>
          <a:prstGeom prst="ellipse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40080" y="4059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39959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from a template repo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3000" y="42702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Colin's template already includes the Agent configuration.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654296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640080" y="4773168"/>
            <a:ext cx="411480" cy="411480"/>
          </a:xfrm>
          <a:prstGeom prst="ellipse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640080" y="4773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47091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One-button Overleaf sync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43000" y="49834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git push/pull to sync with Overleaf.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367528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640080" y="5486400"/>
            <a:ext cx="411480" cy="411480"/>
          </a:xfrm>
          <a:prstGeom prst="ellipse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3000" y="5422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Easy collaboration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43000" y="56967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across the Bank / external boundary.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09360" y="2194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78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IMPLIED FROM THE THREAD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2514600"/>
            <a:ext cx="5349240" cy="804672"/>
          </a:xfrm>
          <a:prstGeom prst="rect">
            <a:avLst/>
          </a:prstGeom>
          <a:solidFill>
            <a:srgbClr val="F5F1E8"/>
          </a:solidFill>
          <a:ln w="635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6309360" y="2514600"/>
            <a:ext cx="73152" cy="80467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6537960" y="260604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BoC-controlled LLM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537960" y="29077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Sovereignty — the model is one the Bank can configure and govern.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3410712"/>
            <a:ext cx="5349240" cy="804672"/>
          </a:xfrm>
          <a:prstGeom prst="rect">
            <a:avLst/>
          </a:prstGeom>
          <a:solidFill>
            <a:srgbClr val="F5F1E8"/>
          </a:solidFill>
          <a:ln w="635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Shape 36"/>
          <p:cNvSpPr/>
          <p:nvPr/>
        </p:nvSpPr>
        <p:spPr>
          <a:xfrm>
            <a:off x="6309360" y="3410712"/>
            <a:ext cx="73152" cy="80467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6537960" y="350215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wrapper around Overleaf is OK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537960" y="380390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replace Overleaf; wrap it.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4306824"/>
            <a:ext cx="5349240" cy="804672"/>
          </a:xfrm>
          <a:prstGeom prst="rect">
            <a:avLst/>
          </a:prstGeom>
          <a:solidFill>
            <a:srgbClr val="F5F1E8"/>
          </a:solidFill>
          <a:ln w="635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Shape 40"/>
          <p:cNvSpPr/>
          <p:nvPr/>
        </p:nvSpPr>
        <p:spPr>
          <a:xfrm>
            <a:off x="6309360" y="4306824"/>
            <a:ext cx="73152" cy="80467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6537960" y="439826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Render quality matters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537960" y="470001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documents must render well.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5202936"/>
            <a:ext cx="5349240" cy="804672"/>
          </a:xfrm>
          <a:prstGeom prst="rect">
            <a:avLst/>
          </a:prstGeom>
          <a:solidFill>
            <a:srgbClr val="F5F1E8"/>
          </a:solidFill>
          <a:ln w="635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Shape 44"/>
          <p:cNvSpPr/>
          <p:nvPr/>
        </p:nvSpPr>
        <p:spPr>
          <a:xfrm>
            <a:off x="6309360" y="5202936"/>
            <a:ext cx="73152" cy="80467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7" name="Text 45"/>
          <p:cNvSpPr/>
          <p:nvPr/>
        </p:nvSpPr>
        <p:spPr>
          <a:xfrm>
            <a:off x="6537960" y="529437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Springboard, not a silo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537960" y="559612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starting point for broader workflow streamlining.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D9C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LaTeX (Overleaf) Copilot   ·   Workshop Session 2   ·   May 27, 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09728" cy="109728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 ·  DEMO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PoC review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4415" cy="1051560"/>
          </a:xfrm>
          <a:prstGeom prst="rect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C7A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91640" y="2194560"/>
            <a:ext cx="18288" cy="502920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1874520" y="2194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http://localhost:5200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7452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C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overleaf-copilot  ·  Express + GHCP  ·  GitHub Models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LOOK FOR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3-panel surface — chat / LaTeX editor / live preview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GHCP-style inline suggestions in the editor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BoC house-style rules applied by the compliance agent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prompts: policy note, working paper, abstract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close the rendered output is to a Bank deliverable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78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TO DISCUSS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35661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3-panel UX match how an economist actually drafts?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house-style rules are highest value to enforce automatically?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What's the right "surface" — a wrapper, an extension, or a standalone web tool?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in today's Overleaf flow does this slot in?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D9C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LaTeX (Overleaf) Copilot   ·   Workshop Session 2   ·   May 27,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80215" y="0"/>
            <a:ext cx="411480" cy="6858000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11597335" y="0"/>
            <a:ext cx="182880" cy="6858000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7A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 ·  MAIN ACTIVITY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Overleaf Process Workshop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Requirements Deep Dive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548640" cy="109728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2D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walk an economist's day end-to-end — and let the requirements fall out of the conversation.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297680"/>
            <a:ext cx="3515258" cy="1828800"/>
          </a:xfrm>
          <a:prstGeom prst="rect">
            <a:avLst/>
          </a:prstGeom>
          <a:solidFill>
            <a:srgbClr val="0E1B36"/>
          </a:solidFill>
          <a:ln w="9525">
            <a:solidFill>
              <a:srgbClr val="C7A03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3515258" cy="91440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STRAWMAN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892040"/>
            <a:ext cx="31494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DE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start on the assumption diagram — six steps drawn from Colin's features. Use it to anchor the conversation.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38218" y="4297680"/>
            <a:ext cx="3515258" cy="1828800"/>
          </a:xfrm>
          <a:prstGeom prst="rect">
            <a:avLst/>
          </a:prstGeom>
          <a:solidFill>
            <a:srgbClr val="0E1B36"/>
          </a:solidFill>
          <a:ln w="9525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338218" y="4297680"/>
            <a:ext cx="3515258" cy="91440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521098" y="44805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DISCUSSION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1098" y="4892040"/>
            <a:ext cx="31494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DE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step we ask: current state? pain points? target state with the Copilot? Switch to the mindmap to drill 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7797" y="4297680"/>
            <a:ext cx="3515258" cy="1828800"/>
          </a:xfrm>
          <a:prstGeom prst="rect">
            <a:avLst/>
          </a:prstGeom>
          <a:solidFill>
            <a:srgbClr val="0E1B36"/>
          </a:solidFill>
          <a:ln w="9525">
            <a:solidFill>
              <a:srgbClr val="7FBA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8127797" y="4297680"/>
            <a:ext cx="3515258" cy="91440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8310677" y="44805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CAPTURE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10677" y="4892040"/>
            <a:ext cx="31494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DE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write down requirements as they emerge — keep / change / new / parking lot — using the on-screen template.</a:t>
            </a:r>
            <a:endParaRPr lang="en-US" sz="1150" dirty="0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3376FA06-0C06-9EAB-DC50-61343BD37535}"/>
              </a:ext>
            </a:extLst>
          </p:cNvPr>
          <p:cNvSpPr/>
          <p:nvPr/>
        </p:nvSpPr>
        <p:spPr>
          <a:xfrm>
            <a:off x="10665372" y="194705"/>
            <a:ext cx="520483" cy="482425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May 11 demo — what we showed – fire it up…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screenshot — GHCP PoC: LaTeX prompt → render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proved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2048256"/>
            <a:ext cx="118872" cy="118872"/>
          </a:xfrm>
          <a:prstGeom prst="rect">
            <a:avLst/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629400" y="19659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use an </a:t>
            </a:r>
            <a:r>
              <a:rPr lang="en-US" sz="14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you control and configure</a:t>
            </a:r>
            <a:r>
              <a:rPr lang="en-US" sz="14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generate LaTeX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2551176"/>
            <a:ext cx="118872" cy="118872"/>
          </a:xfrm>
          <a:prstGeom prst="rect">
            <a:avLst/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629400" y="24688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wrapper</a:t>
            </a:r>
            <a:r>
              <a:rPr lang="en-US" sz="14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complement Overleaf without replacing 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3054096"/>
            <a:ext cx="118872" cy="118872"/>
          </a:xfrm>
          <a:prstGeom prst="rect">
            <a:avLst/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6629400" y="29718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of complex LaTeX is </a:t>
            </a:r>
            <a:r>
              <a:rPr lang="en-US" sz="14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good</a:t>
            </a:r>
            <a:r>
              <a:rPr lang="en-US" sz="14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 of the gate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3557016"/>
            <a:ext cx="118872" cy="118872"/>
          </a:xfrm>
          <a:prstGeom prst="rect">
            <a:avLst/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629400" y="34747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</a:t>
            </a:r>
            <a:r>
              <a:rPr lang="en-US" sz="14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springboard</a:t>
            </a:r>
            <a:r>
              <a:rPr lang="en-US" sz="14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streamline broader Economist workflow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4297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did not yet cover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4828032"/>
            <a:ext cx="118872" cy="118872"/>
          </a:xfrm>
          <a:prstGeom prst="rect">
            <a:avLst/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629400" y="47548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(no copy/paste) agent UX inside the editor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5239512"/>
            <a:ext cx="118872" cy="118872"/>
          </a:xfrm>
          <a:prstGeom prst="rect">
            <a:avLst/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629400" y="51663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start + one-click Overleaf sync</a:t>
            </a:r>
            <a:endParaRPr lang="en-US" sz="1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1FA11EE-421F-DE19-5DC1-509D8160A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07" y="1631473"/>
            <a:ext cx="5819537" cy="36080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Colin's requirements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his May 11 email — the ‘what’, not the ‘how’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7373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LaTeX editor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authoring interface for Economists — not a developer IDE.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48056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7373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Copilot Agent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514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suggestions in-place. No copy/paste between tools.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8229600" y="173736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82296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32520" y="17373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from a repo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2514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pre-configured repo that already includes the Agent.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40864" y="402336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2523744" y="420624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2523744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026664" y="42062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Overleaf sync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569464" y="49834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git push/pull to Overleaf — single button, not a workflow.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72784" y="402336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6455664" y="420624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455664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58584" y="42062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+ internal collaboration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01384" y="49834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the BoC/external boundary by default.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09728" cy="109728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 ·  MAIN ACTIVITY  ·  STRAWMAN — END-TO-END OVERLEAF 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blank page to published paper — drawn from Colin's five features.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to the mindmap to drill into any step.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582369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2A4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582369" cy="164592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1138657" y="278892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1138657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13994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from template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13994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with GHCP config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1582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 #3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76729" y="3438144"/>
            <a:ext cx="182880" cy="73152"/>
          </a:xfrm>
          <a:prstGeom prst="rect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 rot="5400000">
            <a:off x="2313889" y="3337560"/>
            <a:ext cx="182880" cy="274320"/>
          </a:xfrm>
          <a:prstGeom prst="rtTriangle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2451049" y="2743200"/>
            <a:ext cx="1582369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2A4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2451049" y="2743200"/>
            <a:ext cx="1582369" cy="16459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3041066" y="278892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3041066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4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42489" y="3291840"/>
            <a:ext cx="13994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in easy editor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42489" y="3703320"/>
            <a:ext cx="13994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wrapper around Overleaf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51049" y="4297680"/>
            <a:ext cx="1582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A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 #1 + implied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79138" y="3438144"/>
            <a:ext cx="182880" cy="73152"/>
          </a:xfrm>
          <a:prstGeom prst="rect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 rot="5400000">
            <a:off x="4216298" y="3337560"/>
            <a:ext cx="182880" cy="274320"/>
          </a:xfrm>
          <a:prstGeom prst="rtTriangle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4353458" y="2743200"/>
            <a:ext cx="1582369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2A4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4353458" y="2743200"/>
            <a:ext cx="1582369" cy="16459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4943475" y="278892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4943475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44898" y="3291840"/>
            <a:ext cx="13994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Draft with GHCP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44898" y="3703320"/>
            <a:ext cx="13994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Inline suggestions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53458" y="4297680"/>
            <a:ext cx="1582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 #2 + BoC-controlled LLM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81548" y="3438144"/>
            <a:ext cx="182880" cy="73152"/>
          </a:xfrm>
          <a:prstGeom prst="rect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 rot="5400000">
            <a:off x="6118708" y="3337560"/>
            <a:ext cx="182880" cy="274320"/>
          </a:xfrm>
          <a:prstGeom prst="rtTriangle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6255868" y="2743200"/>
            <a:ext cx="1582369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2A4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6255868" y="2743200"/>
            <a:ext cx="1582369" cy="164592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>
            <a:off x="6845884" y="278892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7A03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6845884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47308" y="3291840"/>
            <a:ext cx="13994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 check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47308" y="3703320"/>
            <a:ext cx="13994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BoC house-style agent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55868" y="4297680"/>
            <a:ext cx="1582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7A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Implied: render quality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883957" y="3438144"/>
            <a:ext cx="182880" cy="73152"/>
          </a:xfrm>
          <a:prstGeom prst="rect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1" name="Shape 39"/>
          <p:cNvSpPr/>
          <p:nvPr/>
        </p:nvSpPr>
        <p:spPr>
          <a:xfrm rot="5400000">
            <a:off x="8021117" y="3337560"/>
            <a:ext cx="182880" cy="274320"/>
          </a:xfrm>
          <a:prstGeom prst="rtTriangle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2" name="Shape 40"/>
          <p:cNvSpPr/>
          <p:nvPr/>
        </p:nvSpPr>
        <p:spPr>
          <a:xfrm>
            <a:off x="8158277" y="2743200"/>
            <a:ext cx="1582369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2A4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3" name="Shape 41"/>
          <p:cNvSpPr/>
          <p:nvPr/>
        </p:nvSpPr>
        <p:spPr>
          <a:xfrm>
            <a:off x="8158277" y="2743200"/>
            <a:ext cx="1582369" cy="164592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4" name="Shape 42"/>
          <p:cNvSpPr/>
          <p:nvPr/>
        </p:nvSpPr>
        <p:spPr>
          <a:xfrm>
            <a:off x="8748293" y="278892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BA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 43"/>
          <p:cNvSpPr/>
          <p:nvPr/>
        </p:nvSpPr>
        <p:spPr>
          <a:xfrm>
            <a:off x="8748293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FB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49717" y="3291840"/>
            <a:ext cx="13994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Sync to Overleaf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249717" y="3703320"/>
            <a:ext cx="13994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One-button git push/pull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158277" y="4297680"/>
            <a:ext cx="1582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FB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 #4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786366" y="3438144"/>
            <a:ext cx="182880" cy="73152"/>
          </a:xfrm>
          <a:prstGeom prst="rect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0" name="Shape 48"/>
          <p:cNvSpPr/>
          <p:nvPr/>
        </p:nvSpPr>
        <p:spPr>
          <a:xfrm rot="5400000">
            <a:off x="9923526" y="3337560"/>
            <a:ext cx="182880" cy="274320"/>
          </a:xfrm>
          <a:prstGeom prst="rtTriangle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1" name="Shape 49"/>
          <p:cNvSpPr/>
          <p:nvPr/>
        </p:nvSpPr>
        <p:spPr>
          <a:xfrm>
            <a:off x="10060686" y="2743200"/>
            <a:ext cx="1582369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2A4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2" name="Shape 50"/>
          <p:cNvSpPr/>
          <p:nvPr/>
        </p:nvSpPr>
        <p:spPr>
          <a:xfrm>
            <a:off x="10060686" y="2743200"/>
            <a:ext cx="1582369" cy="164592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3" name="Shape 51"/>
          <p:cNvSpPr/>
          <p:nvPr/>
        </p:nvSpPr>
        <p:spPr>
          <a:xfrm>
            <a:off x="10650703" y="278892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Text 52"/>
          <p:cNvSpPr/>
          <p:nvPr/>
        </p:nvSpPr>
        <p:spPr>
          <a:xfrm>
            <a:off x="10650703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152126" y="3291840"/>
            <a:ext cx="13994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Collaborate &amp; publish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0152126" y="3703320"/>
            <a:ext cx="13994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+ external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0060686" y="4297680"/>
            <a:ext cx="1582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 #5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8640" y="46634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⟲ iterate as needed (draft ↔ check)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48640" y="5212080"/>
            <a:ext cx="11094415" cy="1005840"/>
          </a:xfrm>
          <a:prstGeom prst="rect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0" name="Text 58"/>
          <p:cNvSpPr/>
          <p:nvPr/>
        </p:nvSpPr>
        <p:spPr>
          <a:xfrm>
            <a:off x="777240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A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ASSUMPTION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77240" y="557784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economist's day starts and ends in the same place — Overleaf. The Copilot wraps that flow without forcing them to leave. GHCP is the assistant; the BoC-controlled LLM is the engine; git is the connective tissue.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D9C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3" name="Text 61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LaTeX (Overleaf) Copilot   ·   Workshop Session 2   ·   May 27, 2026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13</a:t>
            </a:r>
            <a:endParaRPr lang="en-US" sz="900" dirty="0"/>
          </a:p>
        </p:txBody>
      </p:sp>
      <p:sp>
        <p:nvSpPr>
          <p:cNvPr id="66" name="Star: 5 Points 65">
            <a:extLst>
              <a:ext uri="{FF2B5EF4-FFF2-40B4-BE49-F238E27FC236}">
                <a16:creationId xmlns:a16="http://schemas.microsoft.com/office/drawing/2014/main" id="{2A8C7A35-1C1D-9DF6-345E-922ADC8A31E8}"/>
              </a:ext>
            </a:extLst>
          </p:cNvPr>
          <p:cNvSpPr/>
          <p:nvPr/>
        </p:nvSpPr>
        <p:spPr>
          <a:xfrm>
            <a:off x="10665372" y="194705"/>
            <a:ext cx="520483" cy="482425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Walkthrough — the Economist's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based on Colin's 5 requirements — toggle with the mindmap to refine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from template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 (template includes Agent config)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20640" y="16459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21208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in editor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LaTeX editor, friendly to non-devs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0" y="16459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969264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with Copilot 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suggestions — no copy/paste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0" y="42976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9692640" y="4389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to the Overleaf </a:t>
            </a:r>
            <a:r>
              <a:rPr lang="en-US" sz="13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Repo (sync on the interface)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92640" y="4800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One-button git push/pull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42976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5212080" y="4389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We’re done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4800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+ external co-authors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731520" y="4389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&amp; publish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800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render → final PDF artifact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2240280"/>
            <a:ext cx="2560320" cy="0"/>
          </a:xfrm>
          <a:prstGeom prst="line">
            <a:avLst/>
          </a:prstGeom>
          <a:noFill/>
          <a:ln w="38100">
            <a:solidFill>
              <a:srgbClr val="E08E45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7040880" y="2240280"/>
            <a:ext cx="2560320" cy="0"/>
          </a:xfrm>
          <a:prstGeom prst="line">
            <a:avLst/>
          </a:prstGeom>
          <a:noFill/>
          <a:ln w="38100">
            <a:solidFill>
              <a:srgbClr val="E08E45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10561320" y="2834640"/>
            <a:ext cx="0" cy="1463040"/>
          </a:xfrm>
          <a:prstGeom prst="line">
            <a:avLst/>
          </a:prstGeom>
          <a:noFill/>
          <a:ln w="38100">
            <a:solidFill>
              <a:srgbClr val="E08E45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7040880" y="4892040"/>
            <a:ext cx="2560320" cy="0"/>
          </a:xfrm>
          <a:prstGeom prst="line">
            <a:avLst/>
          </a:prstGeom>
          <a:noFill/>
          <a:ln w="38100">
            <a:solidFill>
              <a:srgbClr val="E08E45"/>
            </a:solidFill>
            <a:prstDash val="solid"/>
            <a:head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2560320" y="4892040"/>
            <a:ext cx="2560320" cy="0"/>
          </a:xfrm>
          <a:prstGeom prst="line">
            <a:avLst/>
          </a:prstGeom>
          <a:noFill/>
          <a:ln w="38100">
            <a:solidFill>
              <a:srgbClr val="E08E45"/>
            </a:solidFill>
            <a:prstDash val="solid"/>
            <a:head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show steps; arrows show single-direction flow. Replace any step with manual process where integration isn't yet built.</a:t>
            </a:r>
            <a:endParaRPr lang="en-US" sz="11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0C01788-FA14-C91F-6E69-3DD473418911}"/>
              </a:ext>
            </a:extLst>
          </p:cNvPr>
          <p:cNvGrpSpPr/>
          <p:nvPr/>
        </p:nvGrpSpPr>
        <p:grpSpPr>
          <a:xfrm>
            <a:off x="7529855" y="2743200"/>
            <a:ext cx="1582369" cy="1463040"/>
            <a:chOff x="7674765" y="2907792"/>
            <a:chExt cx="1582369" cy="1463040"/>
          </a:xfrm>
        </p:grpSpPr>
        <p:sp>
          <p:nvSpPr>
            <p:cNvPr id="31" name="Shape 31">
              <a:extLst>
                <a:ext uri="{FF2B5EF4-FFF2-40B4-BE49-F238E27FC236}">
                  <a16:creationId xmlns:a16="http://schemas.microsoft.com/office/drawing/2014/main" id="{F3F4057A-D5AA-83E1-070B-3EF7FF8BF098}"/>
                </a:ext>
              </a:extLst>
            </p:cNvPr>
            <p:cNvSpPr/>
            <p:nvPr/>
          </p:nvSpPr>
          <p:spPr>
            <a:xfrm>
              <a:off x="7674765" y="2907792"/>
              <a:ext cx="1582369" cy="146304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A2A4F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Shape 32">
              <a:extLst>
                <a:ext uri="{FF2B5EF4-FFF2-40B4-BE49-F238E27FC236}">
                  <a16:creationId xmlns:a16="http://schemas.microsoft.com/office/drawing/2014/main" id="{53B0685A-EE78-60E2-5726-A2F9C72F29F6}"/>
                </a:ext>
              </a:extLst>
            </p:cNvPr>
            <p:cNvSpPr/>
            <p:nvPr/>
          </p:nvSpPr>
          <p:spPr>
            <a:xfrm>
              <a:off x="7674765" y="2907792"/>
              <a:ext cx="1582369" cy="164592"/>
            </a:xfrm>
            <a:prstGeom prst="rect">
              <a:avLst/>
            </a:prstGeom>
            <a:solidFill>
              <a:srgbClr val="C7A03A"/>
            </a:solidFill>
            <a:ln/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Text 35">
              <a:extLst>
                <a:ext uri="{FF2B5EF4-FFF2-40B4-BE49-F238E27FC236}">
                  <a16:creationId xmlns:a16="http://schemas.microsoft.com/office/drawing/2014/main" id="{537342C0-E4EF-E4C3-D3B4-A389A9EB7428}"/>
                </a:ext>
              </a:extLst>
            </p:cNvPr>
            <p:cNvSpPr/>
            <p:nvPr/>
          </p:nvSpPr>
          <p:spPr>
            <a:xfrm>
              <a:off x="7766205" y="3456432"/>
              <a:ext cx="1399489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2A4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Style Check</a:t>
              </a:r>
              <a:endParaRPr lang="en-US" sz="1300" dirty="0"/>
            </a:p>
          </p:txBody>
        </p:sp>
        <p:sp>
          <p:nvSpPr>
            <p:cNvPr id="41" name="Text 36">
              <a:extLst>
                <a:ext uri="{FF2B5EF4-FFF2-40B4-BE49-F238E27FC236}">
                  <a16:creationId xmlns:a16="http://schemas.microsoft.com/office/drawing/2014/main" id="{99D3C7AE-D760-6BCC-E7C1-44E90295BB9B}"/>
                </a:ext>
              </a:extLst>
            </p:cNvPr>
            <p:cNvSpPr/>
            <p:nvPr/>
          </p:nvSpPr>
          <p:spPr>
            <a:xfrm>
              <a:off x="7766205" y="3867912"/>
              <a:ext cx="1399489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i="1" dirty="0">
                  <a:solidFill>
                    <a:srgbClr val="1A1A1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BoC house-style agent</a:t>
              </a:r>
              <a:endParaRPr lang="en-US" sz="105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1C3997B-E41C-A817-7D78-C3A467466B49}"/>
              </a:ext>
            </a:extLst>
          </p:cNvPr>
          <p:cNvGrpSpPr/>
          <p:nvPr/>
        </p:nvGrpSpPr>
        <p:grpSpPr>
          <a:xfrm>
            <a:off x="9214585" y="2884953"/>
            <a:ext cx="842760" cy="1365840"/>
            <a:chOff x="9214585" y="2884953"/>
            <a:chExt cx="842760" cy="136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BA08BAB-2151-5F1B-A918-AD06E7DA0722}"/>
                    </a:ext>
                  </a:extLst>
                </p14:cNvPr>
                <p14:cNvContentPartPr/>
                <p14:nvPr/>
              </p14:nvContentPartPr>
              <p14:xfrm>
                <a:off x="9350305" y="2884953"/>
                <a:ext cx="684720" cy="388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BA08BAB-2151-5F1B-A918-AD06E7DA072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344185" y="2878833"/>
                  <a:ext cx="6969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277E3AF-98E0-F123-856C-8F872E71D7AB}"/>
                    </a:ext>
                  </a:extLst>
                </p14:cNvPr>
                <p14:cNvContentPartPr/>
                <p14:nvPr/>
              </p14:nvContentPartPr>
              <p14:xfrm>
                <a:off x="9214585" y="3105633"/>
                <a:ext cx="221400" cy="267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277E3AF-98E0-F123-856C-8F872E71D7A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208465" y="3099513"/>
                  <a:ext cx="2336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C638207-AC76-D540-4C8E-05E508429EFC}"/>
                    </a:ext>
                  </a:extLst>
                </p14:cNvPr>
                <p14:cNvContentPartPr/>
                <p14:nvPr/>
              </p14:nvContentPartPr>
              <p14:xfrm>
                <a:off x="9246265" y="3570753"/>
                <a:ext cx="545400" cy="61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C638207-AC76-D540-4C8E-05E508429EF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40145" y="3564633"/>
                  <a:ext cx="55764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50E4BF4-FD9A-CE15-51E1-3E134384A1F6}"/>
                    </a:ext>
                  </a:extLst>
                </p14:cNvPr>
                <p14:cNvContentPartPr/>
                <p14:nvPr/>
              </p14:nvContentPartPr>
              <p14:xfrm>
                <a:off x="9444265" y="3972513"/>
                <a:ext cx="420840" cy="278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50E4BF4-FD9A-CE15-51E1-3E134384A1F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38145" y="3966393"/>
                  <a:ext cx="4330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CC2ADFF-85EF-F339-5B36-0EC164C44F95}"/>
                    </a:ext>
                  </a:extLst>
                </p14:cNvPr>
                <p14:cNvContentPartPr/>
                <p14:nvPr/>
              </p14:nvContentPartPr>
              <p14:xfrm>
                <a:off x="9864745" y="3405153"/>
                <a:ext cx="192600" cy="266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CC2ADFF-85EF-F339-5B36-0EC164C44F9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858625" y="3399033"/>
                  <a:ext cx="2048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58E5EB7-96EC-C778-7341-A3203C098643}"/>
                    </a:ext>
                  </a:extLst>
                </p14:cNvPr>
                <p14:cNvContentPartPr/>
                <p14:nvPr/>
              </p14:nvContentPartPr>
              <p14:xfrm>
                <a:off x="9908305" y="3807273"/>
                <a:ext cx="15480" cy="73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58E5EB7-96EC-C778-7341-A3203C09864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02185" y="3801153"/>
                  <a:ext cx="27720" cy="85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62942F5E-FEB1-29CE-7F98-AB9C1BBF5F74}"/>
              </a:ext>
            </a:extLst>
          </p:cNvPr>
          <p:cNvSpPr/>
          <p:nvPr/>
        </p:nvSpPr>
        <p:spPr>
          <a:xfrm>
            <a:off x="10665372" y="194705"/>
            <a:ext cx="520483" cy="482425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A8442CE-0775-05D7-9777-369466A1E3D7}"/>
                  </a:ext>
                </a:extLst>
              </p14:cNvPr>
              <p14:cNvContentPartPr/>
              <p14:nvPr/>
            </p14:nvContentPartPr>
            <p14:xfrm>
              <a:off x="7870995" y="1220614"/>
              <a:ext cx="4331160" cy="45309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A8442CE-0775-05D7-9777-369466A1E3D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817355" y="1112974"/>
                <a:ext cx="4438800" cy="474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2C239ACB-AAF5-BC59-3832-52A5CD6F7F98}"/>
              </a:ext>
            </a:extLst>
          </p:cNvPr>
          <p:cNvGrpSpPr/>
          <p:nvPr/>
        </p:nvGrpSpPr>
        <p:grpSpPr>
          <a:xfrm>
            <a:off x="5006419" y="3928882"/>
            <a:ext cx="2256480" cy="2170440"/>
            <a:chOff x="5006419" y="3928882"/>
            <a:chExt cx="2256480" cy="217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8083CEE-535C-AA05-6C14-B7FD7D228B80}"/>
                    </a:ext>
                  </a:extLst>
                </p14:cNvPr>
                <p14:cNvContentPartPr/>
                <p14:nvPr/>
              </p14:nvContentPartPr>
              <p14:xfrm>
                <a:off x="5250139" y="4071802"/>
                <a:ext cx="2012760" cy="2002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8083CEE-535C-AA05-6C14-B7FD7D228B8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44019" y="4065682"/>
                  <a:ext cx="2025000" cy="20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0474D07-D188-9905-069B-54110F847AFF}"/>
                    </a:ext>
                  </a:extLst>
                </p14:cNvPr>
                <p14:cNvContentPartPr/>
                <p14:nvPr/>
              </p14:nvContentPartPr>
              <p14:xfrm>
                <a:off x="5006419" y="3928882"/>
                <a:ext cx="1823400" cy="2170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0474D07-D188-9905-069B-54110F847AF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000299" y="3922762"/>
                  <a:ext cx="1835640" cy="218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4CE281E-1BA9-E6E7-ACA7-7A07795BB04C}"/>
              </a:ext>
            </a:extLst>
          </p:cNvPr>
          <p:cNvGrpSpPr/>
          <p:nvPr/>
        </p:nvGrpSpPr>
        <p:grpSpPr>
          <a:xfrm>
            <a:off x="1228219" y="3671842"/>
            <a:ext cx="1854360" cy="1914480"/>
            <a:chOff x="1228219" y="3671842"/>
            <a:chExt cx="1854360" cy="191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D821D10-0A6B-F44B-9D13-725D89CE75A4}"/>
                    </a:ext>
                  </a:extLst>
                </p14:cNvPr>
                <p14:cNvContentPartPr/>
                <p14:nvPr/>
              </p14:nvContentPartPr>
              <p14:xfrm>
                <a:off x="1228219" y="3785962"/>
                <a:ext cx="1854360" cy="1800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D821D10-0A6B-F44B-9D13-725D89CE75A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22099" y="3779842"/>
                  <a:ext cx="1866600" cy="18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9FC5273-5C2F-10FB-6E23-DCC9665FED35}"/>
                    </a:ext>
                  </a:extLst>
                </p14:cNvPr>
                <p14:cNvContentPartPr/>
                <p14:nvPr/>
              </p14:nvContentPartPr>
              <p14:xfrm>
                <a:off x="1230739" y="3671842"/>
                <a:ext cx="1426680" cy="1473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9FC5273-5C2F-10FB-6E23-DCC9665FED3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224619" y="3665722"/>
                  <a:ext cx="1438920" cy="1485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AC7952-DBD6-EA9D-0C90-63BE1169FFA4}"/>
              </a:ext>
            </a:extLst>
          </p:cNvPr>
          <p:cNvSpPr txBox="1"/>
          <p:nvPr/>
        </p:nvSpPr>
        <p:spPr>
          <a:xfrm>
            <a:off x="778669" y="1164431"/>
            <a:ext cx="2078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doc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BA7D0A-7453-EB91-29B8-938176F4D874}"/>
              </a:ext>
            </a:extLst>
          </p:cNvPr>
          <p:cNvSpPr txBox="1"/>
          <p:nvPr/>
        </p:nvSpPr>
        <p:spPr>
          <a:xfrm>
            <a:off x="3650456" y="1164431"/>
            <a:ext cx="2078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Edit in overleaf</a:t>
            </a: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9C098A-7B17-A039-B668-42CB95DB0EDD}"/>
              </a:ext>
            </a:extLst>
          </p:cNvPr>
          <p:cNvSpPr txBox="1"/>
          <p:nvPr/>
        </p:nvSpPr>
        <p:spPr>
          <a:xfrm>
            <a:off x="3650455" y="2178843"/>
            <a:ext cx="2078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‘ready to check’ (grab </a:t>
            </a:r>
          </a:p>
          <a:p>
            <a:endParaRPr lang="en-CA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AB37681-8BEE-BDF2-926A-032329045DA8}"/>
              </a:ext>
            </a:extLst>
          </p:cNvPr>
          <p:cNvSpPr/>
          <p:nvPr/>
        </p:nvSpPr>
        <p:spPr>
          <a:xfrm>
            <a:off x="2686051" y="1244708"/>
            <a:ext cx="378618" cy="2428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97D9C1F-FE54-B60D-CEAD-0344BCB8ECE7}"/>
              </a:ext>
            </a:extLst>
          </p:cNvPr>
          <p:cNvSpPr/>
          <p:nvPr/>
        </p:nvSpPr>
        <p:spPr>
          <a:xfrm rot="5772856">
            <a:off x="4311252" y="1689318"/>
            <a:ext cx="378618" cy="2428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45E391E-6B6B-AAEC-FF94-655A983A6C37}"/>
              </a:ext>
            </a:extLst>
          </p:cNvPr>
          <p:cNvSpPr/>
          <p:nvPr/>
        </p:nvSpPr>
        <p:spPr>
          <a:xfrm rot="5772856">
            <a:off x="4311253" y="2980727"/>
            <a:ext cx="378618" cy="2428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257E37-ECBB-DCC4-9553-0F9B03C3C48F}"/>
              </a:ext>
            </a:extLst>
          </p:cNvPr>
          <p:cNvSpPr txBox="1"/>
          <p:nvPr/>
        </p:nvSpPr>
        <p:spPr>
          <a:xfrm>
            <a:off x="3650455" y="3629024"/>
            <a:ext cx="2078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Checker Web App</a:t>
            </a:r>
          </a:p>
          <a:p>
            <a:endParaRPr lang="en-CA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F77299D-3CA7-479A-E3F9-279F2CBB697E}"/>
              </a:ext>
            </a:extLst>
          </p:cNvPr>
          <p:cNvSpPr/>
          <p:nvPr/>
        </p:nvSpPr>
        <p:spPr>
          <a:xfrm>
            <a:off x="5960270" y="3768833"/>
            <a:ext cx="378618" cy="2428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61E895-158D-B078-B2F9-2A38DCB930CC}"/>
              </a:ext>
            </a:extLst>
          </p:cNvPr>
          <p:cNvSpPr txBox="1"/>
          <p:nvPr/>
        </p:nvSpPr>
        <p:spPr>
          <a:xfrm>
            <a:off x="6643687" y="3629024"/>
            <a:ext cx="2078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Updated doc version</a:t>
            </a:r>
          </a:p>
          <a:p>
            <a:r>
              <a:rPr lang="en-US" dirty="0"/>
              <a:t>(not synched yet)</a:t>
            </a:r>
            <a:endParaRPr lang="en-CA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20C2E58-3125-48E8-06CD-4019A13E6403}"/>
              </a:ext>
            </a:extLst>
          </p:cNvPr>
          <p:cNvSpPr/>
          <p:nvPr/>
        </p:nvSpPr>
        <p:spPr>
          <a:xfrm rot="17109053">
            <a:off x="7154466" y="2980727"/>
            <a:ext cx="378618" cy="2428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3CC2D4-D142-C363-FE55-8794CFDE7971}"/>
              </a:ext>
            </a:extLst>
          </p:cNvPr>
          <p:cNvSpPr txBox="1"/>
          <p:nvPr/>
        </p:nvSpPr>
        <p:spPr>
          <a:xfrm>
            <a:off x="6438170" y="2178843"/>
            <a:ext cx="2078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in to Overleaf </a:t>
            </a:r>
            <a:r>
              <a:rPr lang="en-US" dirty="0" err="1"/>
              <a:t>Github</a:t>
            </a:r>
            <a:r>
              <a:rPr lang="en-US" dirty="0"/>
              <a:t> Rep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99190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09728" cy="109728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 ·  MAIN ACTIVITY  ·  DISCUSSION PROMPTS PER STEP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to capture in </a:t>
            </a:r>
            <a:r>
              <a:rPr lang="en-US" sz="2600" b="1" dirty="0" err="1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Mindmap</a:t>
            </a:r>
            <a:r>
              <a:rPr lang="en-US" sz="26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 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02920" cy="384048"/>
          </a:xfrm>
          <a:prstGeom prst="rect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51560" y="1828800"/>
            <a:ext cx="2103120" cy="384048"/>
          </a:xfrm>
          <a:prstGeom prst="rect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1143000" y="1828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828800"/>
            <a:ext cx="2971800" cy="384048"/>
          </a:xfrm>
          <a:prstGeom prst="rect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246120" y="18288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state?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2971800" cy="384048"/>
          </a:xfrm>
          <a:prstGeom prst="rect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6217920" y="18288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Pain points?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280" y="1828800"/>
            <a:ext cx="2971800" cy="384048"/>
          </a:xfrm>
          <a:prstGeom prst="rect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9189720" y="18288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with Copilot?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212848"/>
            <a:ext cx="502920" cy="713232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48640" y="221284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21284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from template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46120" y="225856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does the template live today?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225856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maintains it and what's already pre-loaded?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89720" y="225856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a new author get a copy without friction?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926080"/>
            <a:ext cx="11521440" cy="9144"/>
          </a:xfrm>
          <a:prstGeom prst="rect">
            <a:avLst/>
          </a:prstGeom>
          <a:solidFill>
            <a:srgbClr val="E2D9C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548640" y="2926080"/>
            <a:ext cx="11521440" cy="713232"/>
          </a:xfrm>
          <a:prstGeom prst="rect">
            <a:avLst/>
          </a:prstGeom>
          <a:solidFill>
            <a:srgbClr val="F5F1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548640" y="2926080"/>
            <a:ext cx="502920" cy="71323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548640" y="29260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292608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in easy editor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246120" y="297180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an Economist use today — Overleaf web, local TeX, Word?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297180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What's good / painful about each?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89720" y="297180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What's the minimum the editor must do well?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639312"/>
            <a:ext cx="11521440" cy="9144"/>
          </a:xfrm>
          <a:prstGeom prst="rect">
            <a:avLst/>
          </a:prstGeom>
          <a:solidFill>
            <a:srgbClr val="E2D9C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548640" y="3639312"/>
            <a:ext cx="502920" cy="71323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548640" y="363931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43000" y="363931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Draft with GHCP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246120" y="368503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would inline AI help the most — boilerplate, prose, math, tables?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7920" y="368503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would it NOT be welcome (citations, conclusions)?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189720" y="368503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constraints on the LLM (sovereignty, audit, prompt-injection)?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352544"/>
            <a:ext cx="11521440" cy="9144"/>
          </a:xfrm>
          <a:prstGeom prst="rect">
            <a:avLst/>
          </a:prstGeom>
          <a:solidFill>
            <a:srgbClr val="E2D9C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Shape 35"/>
          <p:cNvSpPr/>
          <p:nvPr/>
        </p:nvSpPr>
        <p:spPr>
          <a:xfrm>
            <a:off x="548640" y="4352544"/>
            <a:ext cx="11521440" cy="713232"/>
          </a:xfrm>
          <a:prstGeom prst="rect">
            <a:avLst/>
          </a:prstGeom>
          <a:solidFill>
            <a:srgbClr val="F5F1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8" name="Shape 36"/>
          <p:cNvSpPr/>
          <p:nvPr/>
        </p:nvSpPr>
        <p:spPr>
          <a:xfrm>
            <a:off x="548640" y="4352544"/>
            <a:ext cx="502920" cy="713232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548640" y="435254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43000" y="435254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 check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246120" y="439826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BoC house-style rules are highest value to enforce?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17920" y="439826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today vs. should be automated tomorrow?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189720" y="439826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on violation or flag and let the author override?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065776"/>
            <a:ext cx="11521440" cy="9144"/>
          </a:xfrm>
          <a:prstGeom prst="rect">
            <a:avLst/>
          </a:prstGeom>
          <a:solidFill>
            <a:srgbClr val="E2D9C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5" name="Shape 43"/>
          <p:cNvSpPr/>
          <p:nvPr/>
        </p:nvSpPr>
        <p:spPr>
          <a:xfrm>
            <a:off x="548640" y="5065776"/>
            <a:ext cx="502920" cy="713232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548640" y="506577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43000" y="5065776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Sync to Overleaf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3246120" y="511149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Overleaf git, GitHub mirror, or manual push?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17920" y="511149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'owns' the source of truth — Overleaf or git?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189720" y="511149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What's the rollback story when a sync goes wrong?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5779008"/>
            <a:ext cx="11521440" cy="9144"/>
          </a:xfrm>
          <a:prstGeom prst="rect">
            <a:avLst/>
          </a:prstGeom>
          <a:solidFill>
            <a:srgbClr val="E2D9C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2" name="Shape 50"/>
          <p:cNvSpPr/>
          <p:nvPr/>
        </p:nvSpPr>
        <p:spPr>
          <a:xfrm>
            <a:off x="548640" y="5779008"/>
            <a:ext cx="11521440" cy="713232"/>
          </a:xfrm>
          <a:prstGeom prst="rect">
            <a:avLst/>
          </a:prstGeom>
          <a:solidFill>
            <a:srgbClr val="F5F1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3" name="Shape 51"/>
          <p:cNvSpPr/>
          <p:nvPr/>
        </p:nvSpPr>
        <p:spPr>
          <a:xfrm>
            <a:off x="548640" y="5779008"/>
            <a:ext cx="502920" cy="713232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4" name="Text 52"/>
          <p:cNvSpPr/>
          <p:nvPr/>
        </p:nvSpPr>
        <p:spPr>
          <a:xfrm>
            <a:off x="548640" y="577900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43000" y="57790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Collaborate &amp; publish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3246120" y="582472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else touches the doc — peers, editors, externals?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217920" y="582472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 external collaborators sit (entitlement, sponsorship)?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189720" y="582472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'published' actually mean — PDF, web, Bank library?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48640" y="6492240"/>
            <a:ext cx="11521440" cy="9144"/>
          </a:xfrm>
          <a:prstGeom prst="rect">
            <a:avLst/>
          </a:prstGeom>
          <a:solidFill>
            <a:srgbClr val="E2D9C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0" name="Shape 58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D9C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1" name="Text 59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LaTeX (Overleaf) Copilot   ·   Workshop Session 2   ·   May 27, 2026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13</a:t>
            </a:r>
            <a:endParaRPr lang="en-US" sz="900" dirty="0"/>
          </a:p>
        </p:txBody>
      </p:sp>
      <p:sp>
        <p:nvSpPr>
          <p:cNvPr id="64" name="Star: 5 Points 63">
            <a:extLst>
              <a:ext uri="{FF2B5EF4-FFF2-40B4-BE49-F238E27FC236}">
                <a16:creationId xmlns:a16="http://schemas.microsoft.com/office/drawing/2014/main" id="{028AA989-CFC0-38F0-EE7B-BB09EF69E452}"/>
              </a:ext>
            </a:extLst>
          </p:cNvPr>
          <p:cNvSpPr/>
          <p:nvPr/>
        </p:nvSpPr>
        <p:spPr>
          <a:xfrm>
            <a:off x="11122572" y="261707"/>
            <a:ext cx="520483" cy="482425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09728" cy="109728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 ·  MAIN ACTIVITY  ·  WHAT WE'RE CAPTURING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comment lands in one of four buckets.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template in the mindmap so the readout writes itself.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64328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364328" cy="91440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00200" y="2377440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2834640"/>
            <a:ext cx="412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Already in Colin's 5 requirements + works as drawn. Confirm and move 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8728" y="2057400"/>
            <a:ext cx="5364328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6278728" y="2057400"/>
            <a:ext cx="5364328" cy="91440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6553048" y="2331720"/>
            <a:ext cx="640080" cy="640080"/>
          </a:xfrm>
          <a:prstGeom prst="ellipse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553048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✎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30288" y="2377440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30288" y="2834640"/>
            <a:ext cx="412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exists but the shape is wrong. Capture the delta.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5364328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5364328" cy="91440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822960" y="4480560"/>
            <a:ext cx="640080" cy="640080"/>
          </a:xfrm>
          <a:prstGeom prst="ellipse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82296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600200" y="4526280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00200" y="4983480"/>
            <a:ext cx="412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requirement surfaced in the walkthrough — add it to the backlog.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78728" y="4206240"/>
            <a:ext cx="5364328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6278728" y="4206240"/>
            <a:ext cx="5364328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6553048" y="4480560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6553048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⏸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330288" y="4526280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PARKING LOT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30288" y="4983480"/>
            <a:ext cx="412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but out of scope for the Copilot MVP. Note the owner.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77724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7A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WRITE EACH ITEM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06240" y="5897880"/>
            <a:ext cx="7436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[STEP # · BUCKET]  —  one-line statement   ·   raised by:   ·   owner / next-step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D9C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LaTeX (Overleaf) Copilot   ·   Workshop Session 2   ·   May 27,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09728" cy="109728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 ·  DEVELOPMENT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go from prototype to something IT can stand behind.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441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91440" cy="914400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 ·  Gather requirements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Listen, write down, validate. We did this with Colin on May 11 and continue today.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863840" y="221284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OWNERS </a:t>
            </a:r>
            <a:r>
              <a:rPr lang="en-US" sz="1100" dirty="0">
                <a:solidFill>
                  <a:srgbClr val="1A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+ BoC business owner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 </a:t>
            </a:r>
            <a:r>
              <a:rPr lang="en-US" sz="11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 — Colin's email + this workshop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31256" y="2999232"/>
            <a:ext cx="329184" cy="182880"/>
          </a:xfrm>
          <a:prstGeom prst="downArrow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109441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548640" y="3182112"/>
            <a:ext cx="91440" cy="9144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777240" y="32735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 ·  Prototype in GitHub Copilot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62102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lightweight PoC on a Microsoft laptop using GHCP to demonstrate the art of the possible.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63840" y="32918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OWNERS </a:t>
            </a:r>
            <a:r>
              <a:rPr lang="en-US" sz="1100" dirty="0">
                <a:solidFill>
                  <a:srgbClr val="1A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(Amit) with GHCP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 </a:t>
            </a:r>
            <a:r>
              <a:rPr lang="en-US" sz="110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 — localhost:5200 demo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31256" y="4078224"/>
            <a:ext cx="329184" cy="182880"/>
          </a:xfrm>
          <a:prstGeom prst="downArrow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1109441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548640" y="4261104"/>
            <a:ext cx="91440" cy="914400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777240" y="435254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 ·  Stand up GHCP inside BoC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470001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shape of solution, now in a BoC-deployed environment, serving the Economists' needs. Keep integrations where they exist, allow manual process where they don't.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63840" y="437083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OWNERS </a:t>
            </a:r>
            <a:r>
              <a:rPr lang="en-US" sz="1100" dirty="0">
                <a:solidFill>
                  <a:srgbClr val="1A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BoC EA + IT + Economists + Microsoft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 </a:t>
            </a:r>
            <a:r>
              <a:rPr lang="en-US" sz="1100" b="1" dirty="0">
                <a:solidFill>
                  <a:srgbClr val="7FB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— the work ahead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31256" y="5157216"/>
            <a:ext cx="329184" cy="182880"/>
          </a:xfrm>
          <a:prstGeom prst="downArrow">
            <a:avLst/>
          </a:prstGeom>
          <a:solidFill>
            <a:srgbClr val="1A2A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548640" y="5340096"/>
            <a:ext cx="1109441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548640" y="5340096"/>
            <a:ext cx="91440" cy="914400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777240" y="54315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 ·  IT maintenance + MVP security/governance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" y="5779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model for the long tail: who owns it, how it's patched, what's the minimum viable security &amp; governance set.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863840" y="544982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OWNERS </a:t>
            </a:r>
            <a:r>
              <a:rPr lang="en-US" sz="1100" dirty="0">
                <a:solidFill>
                  <a:srgbClr val="1A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BoC IT, Security, EA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 </a:t>
            </a:r>
            <a:r>
              <a:rPr lang="en-US" sz="1100" b="1" dirty="0">
                <a:solidFill>
                  <a:srgbClr val="C7A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DEFINE — first cut today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D9C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LaTeX (Overleaf) Copilot   ·   Workshop Session 2   ·   May 27,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13</a:t>
            </a:r>
            <a:endParaRPr lang="en-US" sz="9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3A489093-E5F6-443B-6251-650CE026D212}"/>
              </a:ext>
            </a:extLst>
          </p:cNvPr>
          <p:cNvSpPr/>
          <p:nvPr/>
        </p:nvSpPr>
        <p:spPr>
          <a:xfrm>
            <a:off x="11171887" y="180515"/>
            <a:ext cx="520483" cy="482425"/>
          </a:xfrm>
          <a:prstGeom prst="star5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7A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PROVOCATION  ·  A NEW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Serving the long tail of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BoC software needs.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8640" cy="109728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2D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coding tools make it possible to solve the kind of software needs the Bank has historically had to leave on the floor — too small for a heavyweight project, too important to ignore. The LaTeX Copilot is one specific instance of that pattern.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3515258" cy="1554480"/>
          </a:xfrm>
          <a:prstGeom prst="rect">
            <a:avLst/>
          </a:prstGeom>
          <a:solidFill>
            <a:srgbClr val="0E1B36"/>
          </a:solidFill>
          <a:ln w="9525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3515258" cy="91440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of life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257800"/>
            <a:ext cx="31494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DE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 previously under-served (economists, analysts, content authors) get bespoke tooling.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8218" y="4617720"/>
            <a:ext cx="3515258" cy="1554480"/>
          </a:xfrm>
          <a:prstGeom prst="rect">
            <a:avLst/>
          </a:prstGeom>
          <a:solidFill>
            <a:srgbClr val="0E1B36"/>
          </a:solidFill>
          <a:ln w="9525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338218" y="4617720"/>
            <a:ext cx="3515258" cy="91440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521098" y="484632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ground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1098" y="5257800"/>
            <a:ext cx="31494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DE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&amp; governance need to break new ground — EA + IT support is a prerequisite, not a nice-to-have.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7797" y="4617720"/>
            <a:ext cx="3515258" cy="1554480"/>
          </a:xfrm>
          <a:prstGeom prst="rect">
            <a:avLst/>
          </a:prstGeom>
          <a:solidFill>
            <a:srgbClr val="0E1B36"/>
          </a:solidFill>
          <a:ln w="9525">
            <a:solidFill>
              <a:srgbClr val="C7A03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8127797" y="4617720"/>
            <a:ext cx="3515258" cy="91440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8310677" y="484632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Worth exploring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10677" y="5257800"/>
            <a:ext cx="31494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DE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will increasingly be built this way. Doing it now puts the Bank ahead of the curve.</a:t>
            </a:r>
            <a:endParaRPr lang="en-US" sz="1150" dirty="0"/>
          </a:p>
        </p:txBody>
      </p:sp>
      <p:sp>
        <p:nvSpPr>
          <p:cNvPr id="21" name="Lightning Bolt 20">
            <a:extLst>
              <a:ext uri="{FF2B5EF4-FFF2-40B4-BE49-F238E27FC236}">
                <a16:creationId xmlns:a16="http://schemas.microsoft.com/office/drawing/2014/main" id="{BAAE7764-8182-DF93-9926-362719E0C8AC}"/>
              </a:ext>
            </a:extLst>
          </p:cNvPr>
          <p:cNvSpPr/>
          <p:nvPr/>
        </p:nvSpPr>
        <p:spPr>
          <a:xfrm>
            <a:off x="11083159" y="145831"/>
            <a:ext cx="433552" cy="512379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Walkthrough — the delivery lifecycle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BoC and Microsoft hand the work between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DF0E2"/>
          </a:solidFill>
          <a:ln w="12700">
            <a:solidFill>
              <a:srgbClr val="FDF0E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68580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8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OF CANADA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468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‘what’ with BoC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201168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374904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GHCP prototype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2468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PoC, Microsoft side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01168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 deploy 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468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GHCP inside BoC env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420624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8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374904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in BoC env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4663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 dev team picks up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420624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8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649224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4663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Operate, evolve, support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0" y="420624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8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923544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security + governance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0" y="4663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left, minimum viable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08960" y="2560320"/>
            <a:ext cx="548640" cy="0"/>
          </a:xfrm>
          <a:prstGeom prst="line">
            <a:avLst/>
          </a:prstGeom>
          <a:noFill/>
          <a:ln w="38100">
            <a:solidFill>
              <a:srgbClr val="E08E45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5852160" y="2560320"/>
            <a:ext cx="548640" cy="0"/>
          </a:xfrm>
          <a:prstGeom prst="line">
            <a:avLst/>
          </a:prstGeom>
          <a:noFill/>
          <a:ln w="38100">
            <a:solidFill>
              <a:srgbClr val="E08E45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7498080" y="3108960"/>
            <a:ext cx="0" cy="411480"/>
          </a:xfrm>
          <a:prstGeom prst="line">
            <a:avLst/>
          </a:prstGeom>
          <a:noFill/>
          <a:ln w="317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2743200" cy="0"/>
          </a:xfrm>
          <a:prstGeom prst="line">
            <a:avLst/>
          </a:prstGeom>
          <a:noFill/>
          <a:ln w="317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4754880" y="3520440"/>
            <a:ext cx="0" cy="685800"/>
          </a:xfrm>
          <a:prstGeom prst="line">
            <a:avLst/>
          </a:prstGeom>
          <a:noFill/>
          <a:ln w="31750">
            <a:solidFill>
              <a:srgbClr val="21295C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5852160" y="4754880"/>
            <a:ext cx="548640" cy="0"/>
          </a:xfrm>
          <a:prstGeom prst="line">
            <a:avLst/>
          </a:prstGeom>
          <a:noFill/>
          <a:ln w="38100">
            <a:solidFill>
              <a:srgbClr val="E08E45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8595360" y="4754880"/>
            <a:ext cx="548640" cy="0"/>
          </a:xfrm>
          <a:prstGeom prst="line">
            <a:avLst/>
          </a:prstGeom>
          <a:noFill/>
          <a:ln w="38100">
            <a:solidFill>
              <a:srgbClr val="E08E45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integrations wherever they exist — fall back to manual process when they don't.</a:t>
            </a:r>
            <a:endParaRPr lang="en-US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C2C827-85FF-D16F-5103-4A7FE9D3296E}"/>
              </a:ext>
            </a:extLst>
          </p:cNvPr>
          <p:cNvSpPr txBox="1"/>
          <p:nvPr/>
        </p:nvSpPr>
        <p:spPr>
          <a:xfrm>
            <a:off x="10968644" y="453044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?</a:t>
            </a:r>
            <a:endParaRPr lang="en-CA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09728" cy="109728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DECISIONS NEEDED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Things we want to leave the room having agreed.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1525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15258" cy="91440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user surface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149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Wrapper, extension, or standalone web tool?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8218" y="2103120"/>
            <a:ext cx="351525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4338218" y="2103120"/>
            <a:ext cx="3515258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521098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8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1098" y="26517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BoC-controlled LLM choice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1098" y="3063240"/>
            <a:ext cx="3149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model and how is it hosted?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7797" y="2103120"/>
            <a:ext cx="351525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8127797" y="2103120"/>
            <a:ext cx="3515258" cy="91440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8310677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4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10677" y="26517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Template-repo ownership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10677" y="3063240"/>
            <a:ext cx="3149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owns Colin's template repo and how is it kept current?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351525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3515258" cy="91440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FB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7548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Overleaf sync mechanism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5166360"/>
            <a:ext cx="3149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Overleaf Premium git? Mirror through GitHub? Manual push?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38218" y="4206240"/>
            <a:ext cx="351525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4338218" y="4206240"/>
            <a:ext cx="3515258" cy="91440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4521098" y="4434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A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1098" y="47548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 rule scope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1098" y="5166360"/>
            <a:ext cx="3149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What's in the MVP rule set? What's deferred?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27797" y="4206240"/>
            <a:ext cx="351525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9C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8127797" y="4206240"/>
            <a:ext cx="3515258" cy="91440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8310677" y="4434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10677" y="47548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Engagement model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10677" y="5166360"/>
            <a:ext cx="3149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from BoC EA / IT joins the next two weeks?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D9C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LaTeX (Overleaf) Copilot   ·   Workshop Session 2   ·   May 27,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13</a:t>
            </a:r>
            <a:endParaRPr lang="en-US" sz="9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E2F5B5-074B-BA3A-D2C4-97F308690884}"/>
              </a:ext>
            </a:extLst>
          </p:cNvPr>
          <p:cNvSpPr txBox="1"/>
          <p:nvPr/>
        </p:nvSpPr>
        <p:spPr>
          <a:xfrm>
            <a:off x="11521440" y="252248"/>
            <a:ext cx="326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  <a:endParaRPr lang="en-CA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37BC3E-2581-380C-8532-A087AE4310F5}"/>
              </a:ext>
            </a:extLst>
          </p:cNvPr>
          <p:cNvSpPr txBox="1"/>
          <p:nvPr/>
        </p:nvSpPr>
        <p:spPr>
          <a:xfrm>
            <a:off x="1068186" y="515389"/>
            <a:ext cx="945157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Next steps:</a:t>
            </a:r>
          </a:p>
          <a:p>
            <a:pPr marL="285750" indent="-285750">
              <a:buFontTx/>
              <a:buChar char="-"/>
            </a:pPr>
            <a:r>
              <a:rPr lang="en-US" dirty="0"/>
              <a:t>Who manages web apps – how? Lifecycle</a:t>
            </a:r>
          </a:p>
          <a:p>
            <a:pPr marL="285750" indent="-285750">
              <a:buFontTx/>
              <a:buChar char="-"/>
            </a:pPr>
            <a:r>
              <a:rPr lang="en-US" dirty="0"/>
              <a:t>Plan #16 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highlight>
                  <a:srgbClr val="FFFF00"/>
                </a:highlight>
              </a:rPr>
              <a:t>Update the web app to push/pull to Git hub</a:t>
            </a:r>
          </a:p>
          <a:p>
            <a:pPr marL="285750" indent="-285750">
              <a:buFontTx/>
              <a:buChar char="-"/>
            </a:pPr>
            <a:r>
              <a:rPr lang="en-US" dirty="0"/>
              <a:t>After that Amit can push the webapp to </a:t>
            </a:r>
            <a:r>
              <a:rPr lang="en-US" dirty="0" err="1"/>
              <a:t>Github</a:t>
            </a:r>
            <a:r>
              <a:rPr lang="en-US" dirty="0"/>
              <a:t> for BoC use only</a:t>
            </a:r>
          </a:p>
          <a:p>
            <a:pPr marL="285750" indent="-285750">
              <a:buFontTx/>
              <a:buChar char="-"/>
            </a:pPr>
            <a:r>
              <a:rPr lang="en-US" dirty="0"/>
              <a:t>Is this the way to go vs </a:t>
            </a:r>
            <a:r>
              <a:rPr lang="en-US" dirty="0" err="1"/>
              <a:t>Vs</a:t>
            </a:r>
            <a:r>
              <a:rPr lang="en-US" dirty="0"/>
              <a:t> Code (great question)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Can you do this in VS Code more familiarly</a:t>
            </a:r>
          </a:p>
          <a:p>
            <a:pPr marL="285750" indent="-285750">
              <a:buFontTx/>
              <a:buChar char="-"/>
            </a:pPr>
            <a:r>
              <a:rPr lang="en-US" dirty="0"/>
              <a:t>Other notes: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LLM model could be selected for best bang for buck</a:t>
            </a:r>
          </a:p>
          <a:p>
            <a:pPr marL="285750" indent="-285750">
              <a:buFontTx/>
              <a:buChar char="-"/>
            </a:pPr>
            <a:r>
              <a:rPr lang="en-US" dirty="0"/>
              <a:t>Who would maintain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DDS?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ITS?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There is no protected B: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Therefore security model is much more relaxed</a:t>
            </a:r>
          </a:p>
          <a:p>
            <a:pPr marL="285750" indent="-285750">
              <a:buFontTx/>
              <a:buChar char="-"/>
            </a:pPr>
            <a:r>
              <a:rPr lang="en-US" dirty="0"/>
              <a:t>Tension of maintaining 2 approaches (VS Code vs Web App), Masoud preference is Web App, BUT VS Code people love it…</a:t>
            </a:r>
          </a:p>
          <a:p>
            <a:pPr marL="285750" indent="-285750">
              <a:buFontTx/>
              <a:buChar char="-"/>
            </a:pPr>
            <a:r>
              <a:rPr lang="en-US" dirty="0"/>
              <a:t>Style agent would stay within the bank</a:t>
            </a:r>
          </a:p>
          <a:p>
            <a:pPr marL="285750" indent="-285750">
              <a:buFontTx/>
              <a:buChar char="-"/>
            </a:pPr>
            <a:r>
              <a:rPr lang="en-US" dirty="0"/>
              <a:t>Timing…</a:t>
            </a:r>
          </a:p>
          <a:p>
            <a:pPr marL="285750" indent="-285750">
              <a:buFontTx/>
              <a:buChar char="-"/>
            </a:pPr>
            <a:r>
              <a:rPr lang="en-US" dirty="0"/>
              <a:t>Ideally something quickly – End of June Colin tied up – for demanding projects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Look into a CSA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  <a:p>
            <a:pPr marL="285750" indent="-285750">
              <a:buFontTx/>
              <a:buChar char="-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60826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71920"/>
                </a:solidFill>
              </a:rPr>
              <a:t>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 OF CANADA</a:t>
            </a:r>
            <a:endParaRPr lang="en-US" sz="1100" dirty="0"/>
          </a:p>
          <a:p>
            <a:pPr marL="0" indent="0">
              <a:buNone/>
            </a:pPr>
            <a:r>
              <a:rPr lang="en-US" sz="800" i="1" kern="0" spc="200" dirty="0">
                <a:solidFill>
                  <a:srgbClr val="C8CFD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BANQUE DU CANADA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905695" y="502920"/>
            <a:ext cx="274320" cy="274320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0225735" y="502920"/>
            <a:ext cx="274320" cy="274320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9905695" y="822960"/>
            <a:ext cx="274320" cy="274320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10225735" y="822960"/>
            <a:ext cx="274320" cy="27432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10682935" y="548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554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do we go from here?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868680" y="2468880"/>
            <a:ext cx="548640" cy="91440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822960" y="2743200"/>
            <a:ext cx="5272888" cy="3017520"/>
          </a:xfrm>
          <a:prstGeom prst="rect">
            <a:avLst/>
          </a:prstGeom>
          <a:solidFill>
            <a:srgbClr val="1A2A4F"/>
          </a:solidFill>
          <a:ln w="9525">
            <a:solidFill>
              <a:srgbClr val="C7A03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822960" y="2743200"/>
            <a:ext cx="5272888" cy="502920"/>
          </a:xfrm>
          <a:prstGeom prst="rect">
            <a:avLst/>
          </a:prstGeom>
          <a:solidFill>
            <a:srgbClr val="C7A0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1051560" y="274320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TAKES AWAY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429000"/>
            <a:ext cx="48156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F5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Sharpen the demo against the agreed user surface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F5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up the proposed BoC-deployed GHCP shape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F5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the IT operating-model strawman for review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F5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today's decisions in a one-pager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61608" y="2743200"/>
            <a:ext cx="5272888" cy="3017520"/>
          </a:xfrm>
          <a:prstGeom prst="rect">
            <a:avLst/>
          </a:prstGeom>
          <a:solidFill>
            <a:srgbClr val="1A2A4F"/>
          </a:solidFill>
          <a:ln w="9525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461608" y="2743200"/>
            <a:ext cx="5272888" cy="502920"/>
          </a:xfrm>
          <a:prstGeom prst="rect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690208" y="274320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BoC TAKES AWAY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90208" y="3429000"/>
            <a:ext cx="48156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F5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BoC-controlled LLM availability + procurement path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F5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EA + IT partners for the next two weeks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F5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Colin's template repo + GHCP agent config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F5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 the next 2-3 "long-tail" candidates we could attack the same way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7A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33695" y="60350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C7A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MAY 27, 2026  ·  BoC + MICROSOFT  ·  LaTeX (Overleaf) COPILOT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2458</Words>
  <Application>Microsoft Office PowerPoint</Application>
  <PresentationFormat>Widescreen</PresentationFormat>
  <Paragraphs>374</Paragraphs>
  <Slides>19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Cambria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LaTeX (Overleaf) Copilot — Workshop Session 2</dc:title>
  <dc:subject>PptxGenJS Presentation</dc:subject>
  <dc:creator>Amit Nandi — Microsoft</dc:creator>
  <cp:lastModifiedBy>Amit Nandi</cp:lastModifiedBy>
  <cp:revision>1</cp:revision>
  <dcterms:created xsi:type="dcterms:W3CDTF">2026-05-27T13:30:30Z</dcterms:created>
  <dcterms:modified xsi:type="dcterms:W3CDTF">2026-05-27T15:37:24Z</dcterms:modified>
</cp:coreProperties>
</file>