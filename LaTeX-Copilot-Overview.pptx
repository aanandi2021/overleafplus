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12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
Welcome everyone. Today I'm going to walk you through a prototype we've built called LaTeX Copilot.
KEY POINTS TO MAKE:
- This is a PROTOTYPE / proof of concept — not production software. We built it to explore the idea and validate the approach.
- The core idea is simple: describe the document you want in plain English, and AI generates professional LaTeX code that compiles to a real PDF.
- LaTeX is the gold standard for document formatting in academia, research, and technical writing — but it has a steep learning curve. This tool eliminates that barrier entirely.
- We'll cover what it does, how it's built, and most importantly — how it could integrate into your Teams environment for collaborative document creation.
CONTEXT:
- Built in May 2026 as an exploration of AI-powered document generation
- Uses GPT-4o (via GitHub Models) for natural language to LaTeX conversion
- Uses a cloud LaTeX compiler for real PDF output — full TeX Live, every package supported
- The prototype runs as a local web app, but the architecture is designed for easy deployment to Azure and Teams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WHAT IS LATEX COPILOT?
WALK THROUGH THE 4-STEP FLOW:
1. DESCRIBE — You type in natural language what you want. "Create a two-column IEEE paper about climate change with an abstract, three sections, and a bibliography." That's it. No LaTeX knowledge needed.
2. GENERATE — GPT-4o takes your description and produces complete, compilable LaTeX code. Not a template — a full document with real content structure, proper package imports, formatting, everything. The AI understands LaTeX deeply — it knows when to use booktabs for tables, amsmath for equations, geometry for margins.
3. COMPILE — The LaTeX code is sent to a cloud compiler running full TeX Live (the complete LaTeX distribution). This means EVERY LaTeX package works — TikZ for diagrams, Beamer for presentations, biblatex for citations. No limitations. This is the same compiler that Overleaf uses under the hood.
4. PREVIEW — The compiled PDF is rendered inline in the browser. What you see is what you get — pixel-perfect, downloadable, print-ready.
THE KEY DIFFERENTIATOR: Conversational refinement. After the first generation, you can say things like:
- "Make the abstract shorter"
- "Add a comparison table in section 2"
- "Switch to IEEE two-column format"
- "Add a TikZ flowchart showing the methodology"
The AI maintains context from your previous messages, so each refinement builds on what came before. It's like having a LaTeX expert sitting next to you.
DEMO SUGGESTION: If we have time, I'd love to show you a live demo. Try asking for a document type relevant to your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ARCHITECTURE (PROTOTYPE)
IMPORTANT: Emphasize this is a PROTOTYPE architecture. Simple by design — meant to prove the concept, not to be production infrastructure.
WALK THROUGH THE COMPONENTS:
BROWSER (left):
- Single page app — vanilla JavaScript, no React, no build step. Intentionally simple.
- Three panels: Chat (where you describe), Editor (where the LaTeX appears), Preview (where the PDF renders)
- The editor is a plain textarea with monospace font. In a production version, we'd use CodeMirror with LaTeX syntax highlighting, autocomplete, error gutters — all proven technology from the Overleaf open-source project.
EXPRESS SERVER (top right):
- Lightweight Node.js/Express server — about 90 lines of code total.
- Two endpoints:
  - POST /api/generate — takes the conversation history, sends it to GPT-4o, returns LaTeX code
  - POST /api/compile — takes LaTeX source, sends it to the cloud compiler, returns a PDF
- The server is just a PROXY — it doesn't do any heavy lifting itself. This makes it trivially deployable to Azure App Service, Azure Functions, or any container platform.
GITHUB MODELS / GPT-4o (bottom left):
- We use the GitHub Models inference API — free tier, no Azure subscription needed for prototyping
- GPT-4o is excellent at LaTeX generation — it understands document structure, packages, and formatting conventions
- In production, this would be Azure OpenAI Service for SLA guarantees, data residency, and enterprise security
LATEX.ONLINE (bottom right):
- Free cloud compilation service running full TeX Live
- Accepts LaTeX source via GET request, returns compiled PDF
- In production, we'd self-host this using Docker with the TeX Live image (about 4GB) for reliability and security
- Alternatively, the Overleaf Community Edition compiler component could be used — it's the same technology
SECURITY NOTE FOR PRODUCTION:
- Currently, LaTeX source is sent to external services. For sensitive documents, self-hosting both the LLM (Azure OpenAI) and the compiler (Docker) keeps everything within the organization's boundary.
- The architecture makes this swap trivial — just change the endpoint URLs in the server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FULL LATEX SUPPORT
This is a critical point: because we use a real cloud-based pdflatex compiler (not a browser approximation), we have FULL LaTeX support. Every package in the TeX Live distribution is available.
DOCUMENT TYPES:
- Academic papers in any format — IEEE, ACM, Springer, Nature, custom journal styles. The AI knows these formats and generates the correct documentclass and package imports automatically.
- Beamer presentations — full slide decks with themes, transitions, overlays. Just say "Create a 10-slide presentation about X" and you get a complete .pdf slide deck.
- Letters, memos, reports, theses, books — every standard LaTeX document class is supported.
- Resumes and CVs — multiple professional styles. LaTeX resumes are considered the gold standard in tech and academia.
PACKAGES &amp; FEATURES:
- TikZ — this is the big one. TikZ is LaTeX's diagramming language. You can say "Draw a flowchart of the software development lifecycle" and get a real vector diagram rendered in the PDF. pgfplots for data visualization, circuit diagrams, molecular structures — all supported.
- amsmath — the full American Mathematical Society package. Perfect mathematical typesetting. Try "Write the proof of the Pythagorean theorem" and see the difference vs. Word equation editor.
- booktabs for publication-quality tables, listings for code blocks, hyperref for clickable links.
LANGUAGES &amp; ENGINES:
- Full Unicode support including CJK (Chinese, Japanese, Korean), Arabic, Cyrillic
- XeLaTeX and LuaLaTeX engines available for advanced font handling
- Custom fonts via fontspec — use any TrueType or OpenType font
- This is relevant for organizations with multilingual document requirements
WHY THIS MATTERS vs. Word/Google Docs:
- LaTeX produces typographically superior output — it was designed by a mathematician (Donald Knuth) specifically for beautiful document formatting
- Perfect mathematical notation — no comparison to equation editors
- Consistent formatting across hundreds of pages (theses, reports)
- Vector graphics via TikZ — infinitely scalable, no pixelation
- The AI removes the learning curve, which was the only barrier to adoption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TEAMS INTEGRATION OPTIONS
This is the 'so what' slide -- how does this get into the hands of your users?
OPTION 1: COPILOT STUDIO AGENT (Recommended, ~2 hours)
- Fastest path. Copilot Studio lets you create custom AI agents inside Teams.
- Agent calls our two API endpoints (/api/generate and /api/compile).
- User chats with agent in Teams: 'Create a project proposal for Q3' -&gt; PDF posted as file card.
- Refinement via thread replies. Zero code changes to our app.
- Prerequisite: Copilot Studio license (included in M365 E3/E5) and API deployed to Azure.
OPTION 2: TEAMS TAB APP (~1 day)
- Embed web app as a tab in any Teams channel. Full three-panel experience inside Teams.
- Uses Teams SSO. Documents stored in SharePoint.
OPTION 3: BOT + ADAPTIVE CARDS (~2-3 days)
- Most Teams-native. Rich adaptive cards with PDF thumbnails and action buttons.
- Anyone in channel can click Refine. Full conversation history per document.
RECOMMENDATION: Start with Option 1. Proves the concept in 2 hours. Upgrade later if team loves it.
IMPORTANT: All options require API deployed to Azure (not localhost). About 30 min of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ROADMAP
PHASE 1: PROTOTYPE (COMPLETE)
- This is what we have today. Chat-to-LaTeX-to-PDF pipeline works end to end.
- GPT-4o generates high-quality LaTeX. Cloud compiler produces real PDFs.
- Three-panel web UI: chat, editor, preview.
- Validated the core concept -- AI can reliably generate compilable LaTeX from natural language.
PHASE 2: POLISH (NEXT)
- Syntax highlighting in the editor using CodeMirror 6 (same technology Overleaf uses).
- Template gallery -- one-click starting points for common document types (IEEE paper, Beamer deck, resume, letter).
- Download buttons for .tex source and compiled .pdf.
- Error recovery -- if the LaTeX fails to compile, automatically send the error log back to the LLM and ask it to fix the code. Self-healing documents.
PHASE 3: TEAMS INTEGRATION (PLANNED)
- Deploy API to Azure App Service.
- Set up Copilot Studio agent (Option 1 from previous slide).
- Optionally build Teams tab for richer in-Teams experience.
- SharePoint integration for document storage and sharing.
PHASE 4: PRODUCTION (FUTURE)
- Self-hosted Docker-based LaTeX compilation for security and reliability.
- Multi-file projects (main.tex + chapters + bibliography + images).
- Zotero/Mendeley integration for academic citation management.
- Real-time collaboration features -- multiple users editing the same document. This is where Overleaf Community Edition (open source, AGPL-3.0) becomes relevant as a foundation.
TIMELINE NOTE: Phases 1-2 are days of work. Phase 3 is about a week. Phase 4 is a larger investment that depends on the collaboration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USE CASES
These are the document types we've validated work well with the prototype. Each one has been tested.
ACADEMIC PAPERS:
- IEEE, ACM, Springer format papers from a topic description
- The AI structures sections, generates proper bibliography entries, handles two-column layout
- Real example: 'Create an IEEE paper about transformer architectures' produces a compilable 4-page paper with abstract, introduction, methodology, results, references
PRESENTATIONS:
- Full Beamer slide decks with themes, section slides, bullet points, math
- 'Create 10 slides about our Q3 results' produces a complete PDF presentation
- Can specify Beamer themes: Madrid, Berlin, Warsaw, etc.
TECHNICAL REPORTS:
- Tables with proper formatting (booktabs), equations (amsmath), TikZ diagrams
- Complex multi-section documents with table of contents, appendices
RESUMES &amp; CVs:
- Multiple professional styles. LaTeX resumes are considered the gold standard in tech hiring.
- 'Create a resume for a data scientist with 8 years experience' produces a polished, ATS-friendly PDF
MATH &amp; PROOFS:
- Perfect mathematical typesetting -- LaTeX was literally invented for this
- Proofs, theorem environments, equation arrays, matrices -- all rendered beautifully
LETTERS &amp; PROPOSALS:
- Formal business letters, grant proposals, project plans
- Proper letterhead, signature blocks, page numbering
ASK THE AUDIENCE: Which of these would be most valuable for your team? That helps us prioritize the template gallery in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REFERENCES &amp; RESOURCES
This slide provides all the references for the technologies discussed. Organized by category.
LATEX REFERENCES:
- The LaTeX Project (latex-project.org) -- official home of LaTeX
- CTAN (ctan.org) -- the package repository, over 6,000 packages available
- LaTeX Wikibook -- excellent free tutorial and reference
OVERLEAF REFERENCES:
- Overleaf Community Edition on GitHub -- the open source version (AGPL-3.0 license). This is the foundation we could build on for Phase 4 collaboration features.
- OverleafCopilot -- an existing browser extension that adds AI to Overleaf. Academic paper on arxiv describes the approach. Our tool goes further by integrating the compiler and making it standalone.
- overleaf-cep -- a community-extended version with LDAP, SAML, track changes. Shows what's possible with the CE codebase.
COMPILATION:
- LaTeX.Online -- the free cloud API we use in the prototype. Good for demos, not suitable for production (no SLA, external service).
- TeX Live -- the complete TeX distribution that runs inside the compiler. About 4GB, includes every package.
AI/LLM:
- GitHub Models -- free inference API we use for prototyping. GPT-4o model.
- Azure OpenAI Service -- production path with SLA, data residency, enterprise security.
- Copilot Studio -- the tool for building Teams agents (Option 1 integration).
TEAMS:
- Teams App Platform docs -- everything needed to build tabs, bots, and extensions.
- Bot Framework SDK -- for Option 3 (adaptive cards bot).
- Adaptive Cards designer -- visual tool for designing the card layouts.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 Copilot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Document Generation with Live Preview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Overview &amp; Integration Options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C431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LaTeX Copilot?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 you want in natural language. AI generates professional LaTeX. Real PDF rendered live.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prompt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produces LaTeX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pdflatex in cloud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6B4F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96112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27432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PDF inline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refinement: "Make it shorter" / "Add a TikZ diagram" / "Switch to IEEE format"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(Prototype)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0F0F0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(Single Page App)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Chat Panel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LaTeX Editor (textarea)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PDF Preview (iframe)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Vanilla JS, no build 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12648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(port 5200)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/api/generate  (LLM proxy)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/api/compile    (LaTeX compiler proxy)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4688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03504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Models (GPT-4o)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to LaTeX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0" y="24688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B4F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9611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LaTeX.Online (cloud)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TeX Live, real PDF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LaTeX Support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Types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Academic papers (IEEE, ACM)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Beamer presentations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Letters &amp; memos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Resumes &amp; CVs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Reports &amp; theses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43484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 &amp; Features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geometry, hyperref, graphicx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TikZ diagrams &amp; pgfplots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amsmath (full math)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booktabs (tables)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listings (code blocks)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0972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82753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&amp; Engines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Multilingual support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fontspec + custom fonts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XeLaTeX / LuaLaTeX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Unicode, CJK, Arabic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 TeX Live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Options for Microsoft Teams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 hours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417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Custom agent in Copilot Studio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Calls our existing API endpoints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Lives natively in Teams chat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Returns PDF as file card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Thread replies for refinement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Zero code changes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91440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434840" y="10058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4348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Tab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417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 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Embed web app as Teams tab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 three-panel experience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Teams SSO for 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Documents in SharePoint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Pinnable to any channel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4114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Familiar web UX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91440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6B4F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8275320" y="1005840"/>
            <a:ext cx="457200" cy="457200"/>
          </a:xfrm>
          <a:prstGeom prst="ellipse">
            <a:avLst/>
          </a:prstGeom>
          <a:solidFill>
            <a:srgbClr val="6B4FA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82753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696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4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+ Adaptive Cards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9680" y="1417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~2-3 days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Bot Framework in Teams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Adaptive cards with preview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Edit/Refine/Download buttons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32004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Collaborative refinement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3657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Conversation history per doc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114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Richest Teams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Prototype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463040" cy="228600"/>
          </a:xfrm>
          <a:prstGeom prst="roundRect">
            <a:avLst>
              <a:gd name="adj" fmla="val 16000"/>
            </a:avLst>
          </a:prstGeom>
          <a:solidFill>
            <a:srgbClr val="107C1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Chat to LaTeX to PDF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GPT-4o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Cloud compilation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Three-panel web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24612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Polish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1463040" cy="2286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4612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Syntax highlighting editor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Template gallery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Download as .tex/.pdf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Error recovery via LLM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12648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Teams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1463040" cy="2286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612648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Copilot Studio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Deploy API to Azure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Teams tab or cards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SharePoint storage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100584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6B4F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900684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Production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06840" y="1463040"/>
            <a:ext cx="1463040" cy="228600"/>
          </a:xfrm>
          <a:prstGeom prst="roundRect">
            <a:avLst>
              <a:gd name="adj" fmla="val 16000"/>
            </a:avLst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900684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5256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Self-hosted Docker compile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525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Multi-file projects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Zotero 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525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Collaboration 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Papers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IEEE, ACM, Springer from outlines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9144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434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Beamer decks from bullet points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presenting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9144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7532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Reports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Tables, equations, TikZ diagrams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Resumes &amp; CVs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LaTeX from descriptions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seekers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108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4348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&amp; Proofs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mathematical notation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Mathematicians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310896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827532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Letters &amp; Proposals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7532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 docs, grant proposals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&amp;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0" cy="2743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3504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0" y="11887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LaTeX Project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latex-project.org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408176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48640" y="14081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0" y="14081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CTAN Comprehensive TeX Archive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5040" y="14081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ctan.org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1627632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48640" y="16276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0" y="16276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 Wikibook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35040" y="16276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en.wikibooks.org/wiki/LaTeX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1847088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48640" y="18470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8800" y="18470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Edition (AGPL-3.0)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35040" y="184708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github.com/overleaf/overleaf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2066544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48640" y="20665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0" y="206654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&amp; Tutorials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35040" y="206654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overleaf.com/learn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48640" y="22860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228600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OverleafCopilot Extension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228600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overleafcopilot.com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2505456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48640" y="250545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828800" y="25054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 CE (overleaf-cep)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35040" y="25054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github.com/yu-i-i/overleaf-cep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2724912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548640" y="272491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28800" y="272491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LaTeX.Online Cloud API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35040" y="272491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latexonline.cc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2944368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548640" y="29443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828800" y="29443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FormaTeX LaTeX to PDF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35040" y="29443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formatex.io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3163824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548640" y="31638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28800" y="31638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 Live Distribution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35040" y="316382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tug.org/texlive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548640" y="33832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828800" y="338328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Models (GPT-4o)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35040" y="33832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github.com/marketplace/models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7200" y="3602736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548640" y="36027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828800" y="360273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Service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035040" y="360273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azure.microsoft.com/openai-service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57200" y="3822192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548640" y="38221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828800" y="38221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Copilot Studio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35040" y="382219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microsoft.com/copilot-studio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200" y="4041648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548640" y="40416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828800" y="404164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App Platform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035040" y="40416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learn.microsoft.com/microsoftteams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261104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548640" y="42611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828800" y="42611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+ Teams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035040" y="426110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learn.microsoft.com/copilot-studio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548640" y="44805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828800" y="44805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Framework SDK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35040" y="448056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github.com/microsoft/botframework-sdk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57200" y="4700016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2" name="Text 70"/>
          <p:cNvSpPr/>
          <p:nvPr/>
        </p:nvSpPr>
        <p:spPr>
          <a:xfrm>
            <a:off x="548640" y="47000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828800" y="47000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Cards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035040" y="470001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adaptivecards.io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57200" y="4919472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6" name="Text 74"/>
          <p:cNvSpPr/>
          <p:nvPr/>
        </p:nvSpPr>
        <p:spPr>
          <a:xfrm>
            <a:off x="548640" y="49194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828800" y="491947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CodeMirror 6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35040" y="491947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codemirror.net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57200" y="5138928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0" name="Text 78"/>
          <p:cNvSpPr/>
          <p:nvPr/>
        </p:nvSpPr>
        <p:spPr>
          <a:xfrm>
            <a:off x="548640" y="5138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828800" y="513892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PDF.js (Mozilla)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035040" y="51389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mozilla.github.io/pdf.js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57200" y="5358384"/>
            <a:ext cx="10972800" cy="219456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4" name="Text 82"/>
          <p:cNvSpPr/>
          <p:nvPr/>
        </p:nvSpPr>
        <p:spPr>
          <a:xfrm>
            <a:off x="548640" y="53583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828800" y="53583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OverleafCopilot (arxiv)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035040" y="53583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arxiv.org/html/2403.09733v1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" y="5577840"/>
            <a:ext cx="109728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8" name="Text 86"/>
          <p:cNvSpPr/>
          <p:nvPr/>
        </p:nvSpPr>
        <p:spPr>
          <a:xfrm>
            <a:off x="548640" y="557784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828800" y="55778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+ Copilot Studio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035040" y="55778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ariel-ibarra.medium.com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prototype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any document, see it compiled to real PDF live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606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priority use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document type saves the most time for your team?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integration path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agent (fastest) or Teams tab (richest)?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to Azure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from localhost to hosted, enables Teams integration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with a team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257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group trial, gather feedback, iterate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3438</Words>
  <Application>Microsoft Office PowerPoint</Application>
  <PresentationFormat>Widescreen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LaTeX Copilot - Prototype Overview</dc:title>
  <dc:subject>PptxGenJS Presentation</dc:subject>
  <dc:creator>PptxGenJS</dc:creator>
  <cp:lastModifiedBy>Amit Nandi</cp:lastModifiedBy>
  <cp:revision>1</cp:revision>
  <dcterms:created xsi:type="dcterms:W3CDTF">2026-05-11T15:47:30Z</dcterms:created>
  <dcterms:modified xsi:type="dcterms:W3CDTF">2026-05-11T16:00:15Z</dcterms:modified>
</cp:coreProperties>
</file>